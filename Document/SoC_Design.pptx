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524" autoAdjust="0"/>
  </p:normalViewPr>
  <p:slideViewPr>
    <p:cSldViewPr snapToGrid="0">
      <p:cViewPr varScale="1">
        <p:scale>
          <a:sx n="106" d="100"/>
          <a:sy n="106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97B22-53B4-B2A4-255E-AD61227B0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E8CAFA-C224-2A62-C918-C50528D12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9D14D-8888-CC30-61D2-F9AF1ABB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AF23E9-14C3-4E45-9170-8ABFC986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FB8EA-BCE9-4861-0A0C-08199911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09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52855-4B77-61C9-9203-7A5BCD5F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30EE32-5C8C-25E9-EF78-FD7485F8D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8ED31-7807-E877-61AB-62DE88F3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66EBD-9951-27BB-14BB-9ADAA9C2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20D0B0-AC47-0F8F-E1DF-A77A388C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7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ED979-7A22-00A6-A8F6-36B7BAD9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8BFA2A-F228-84FA-1102-A63D3D5D9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DB26B-9781-EF16-3C7B-1E06AFFB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D5B53-F8C5-AE5A-4FB4-4C0399F8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A0D40-9C49-43BF-7223-A39D59DD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53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B2401-5B90-7A5B-8133-1E90745F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B9D96-BD82-092B-8E38-E7AD9932C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8BE766-59E0-B8A3-E67C-11922FEA4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1D96FC-F9EE-C10F-BAF4-9BDA1E53C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B2CC59-F0E6-7C17-1EF0-789492E2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107D03-3E29-4EAD-6D0D-638AFC6C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71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27DAD-F976-F0B7-D8B8-F7B33ABF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F40189-6117-1852-51E8-4AF172FC7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53200E-A404-BD28-A411-630E9E321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C6EAB-6702-42F1-2A97-4684BDB24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0A1B7D-6403-ACB5-0DF7-520627686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958976-6229-787A-8E8D-F065EBD1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89963B-C75C-DA3E-C3CB-61279E58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61E5EC-CA5A-5A07-5914-6B01CAB1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9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59B63-FD02-E217-DEFA-36151BE4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E4718F-2044-BEB2-87F8-CE1BA5CE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CDABD4-5BA6-A8CD-28BF-0F2BF727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2AB3BD-47D0-C269-1008-51DB1E46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06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47F77-4A2F-48AC-C2C4-96F8A9B9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79F37E-D291-06CA-F942-FBA54D87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2F9585-7315-BE66-7E9A-92F844BE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29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0B8D6-133C-E68E-7452-4D3D12D9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1D703-9A50-7EC8-9C1D-6474B5DA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F29C8C-16B9-8120-3F26-F8B593A0B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80BF8A-D694-37A8-D404-7116C5D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CCEE80-AD4E-DB54-A50F-956D34C1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C1C607-5FB7-98AE-5344-A0251407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FA523-6506-C4FB-B373-F0BAE285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0E9BCF-DDFA-44DD-DFCE-CDD3E1FE2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34A606-96B5-ADFF-5085-15D4384FB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522C27-FAFD-BA4F-6C64-5E465BC0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954769-4856-C743-5519-745D6BD5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78C684-C5C8-ED8E-3613-85B31A9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65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3567C-2CED-9951-FC70-8B0792BD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805187-D5D6-4A56-0CDC-EE5291EAA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EC723-3A89-A369-5328-0C766D9A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1D553-65EF-3FA9-A632-2178CFCC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6A964-2908-7F9D-ADF1-2BBAE795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05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0F2366-54BC-9597-1C05-4A03D958F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A70D04-E28B-663F-5B31-45257E2AF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6691F9-CAD4-BFB5-42B6-6B320C71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53904-F7AD-61F9-0CD8-BF76F7A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07E51-DE8E-2C57-E29A-C7D8ECA5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77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27B1F1-DF29-F37C-0DA0-7F505E70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3B3675-483C-9B57-3D54-FC3BCA6E5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2232C8-4D41-1293-6A2D-3D283F470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FFBF6-1629-4DED-BCA1-F2A96F07D974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E36E9-8BFF-BDDF-8017-433E4A049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2354CA-063C-7D6B-77F4-78E3580E2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D53E1-7201-4371-9438-93B6D6DA0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6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C7757-45C0-C265-ADC9-021873291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SoC Design</a:t>
            </a:r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D650A2B-430F-82EE-7915-D576AEB30A42}"/>
              </a:ext>
            </a:extLst>
          </p:cNvPr>
          <p:cNvGrpSpPr/>
          <p:nvPr/>
        </p:nvGrpSpPr>
        <p:grpSpPr>
          <a:xfrm>
            <a:off x="-909154" y="3843638"/>
            <a:ext cx="15381287" cy="169883"/>
            <a:chOff x="127731" y="3843638"/>
            <a:chExt cx="12986572" cy="23931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DAF8ED7-0F5D-3A15-2143-8DD67996589F}"/>
                </a:ext>
              </a:extLst>
            </p:cNvPr>
            <p:cNvGrpSpPr/>
            <p:nvPr/>
          </p:nvGrpSpPr>
          <p:grpSpPr>
            <a:xfrm>
              <a:off x="127731" y="3850782"/>
              <a:ext cx="5772543" cy="232172"/>
              <a:chOff x="127731" y="3850782"/>
              <a:chExt cx="5772543" cy="232172"/>
            </a:xfrm>
          </p:grpSpPr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F42A26DB-4433-7090-A6E8-5F2E59AFF32A}"/>
                  </a:ext>
                </a:extLst>
              </p:cNvPr>
              <p:cNvGrpSpPr/>
              <p:nvPr/>
            </p:nvGrpSpPr>
            <p:grpSpPr>
              <a:xfrm>
                <a:off x="127731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23" name="직선 화살표 연결선 222">
                  <a:extLst>
                    <a:ext uri="{FF2B5EF4-FFF2-40B4-BE49-F238E27FC236}">
                      <a16:creationId xmlns:a16="http://schemas.microsoft.com/office/drawing/2014/main" id="{278E1B20-F322-8D9F-CA9A-1E602C07C4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7600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직선 화살표 연결선 223">
                  <a:extLst>
                    <a:ext uri="{FF2B5EF4-FFF2-40B4-BE49-F238E27FC236}">
                      <a16:creationId xmlns:a16="http://schemas.microsoft.com/office/drawing/2014/main" id="{429AF905-2BAF-2D2B-EEBD-61E735D87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39AB2152-2B67-6ED4-CE90-0EA3DE605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F2AA59BF-D3D5-C1F6-DD20-18687A434C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DC9B2972-C254-9595-200B-A3AA33AAE8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330CD44D-446D-E368-205D-B4DC56B473FF}"/>
                  </a:ext>
                </a:extLst>
              </p:cNvPr>
              <p:cNvGrpSpPr/>
              <p:nvPr/>
            </p:nvGrpSpPr>
            <p:grpSpPr>
              <a:xfrm>
                <a:off x="415589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19" name="직선 화살표 연결선 218">
                  <a:extLst>
                    <a:ext uri="{FF2B5EF4-FFF2-40B4-BE49-F238E27FC236}">
                      <a16:creationId xmlns:a16="http://schemas.microsoft.com/office/drawing/2014/main" id="{4AE42141-C6B3-D418-0A1D-F38374F8B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>
                  <a:extLst>
                    <a:ext uri="{FF2B5EF4-FFF2-40B4-BE49-F238E27FC236}">
                      <a16:creationId xmlns:a16="http://schemas.microsoft.com/office/drawing/2014/main" id="{1EE5492D-CE90-E25B-AAA5-2EF347B019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직선 연결선 220">
                  <a:extLst>
                    <a:ext uri="{FF2B5EF4-FFF2-40B4-BE49-F238E27FC236}">
                      <a16:creationId xmlns:a16="http://schemas.microsoft.com/office/drawing/2014/main" id="{EEE8E19E-A744-3892-17A4-7B82022F0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직선 연결선 221">
                  <a:extLst>
                    <a:ext uri="{FF2B5EF4-FFF2-40B4-BE49-F238E27FC236}">
                      <a16:creationId xmlns:a16="http://schemas.microsoft.com/office/drawing/2014/main" id="{35162FC7-51BC-9CB4-6F69-342B86520D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A31C9157-335E-38B6-F17F-C8A2868F745B}"/>
                  </a:ext>
                </a:extLst>
              </p:cNvPr>
              <p:cNvGrpSpPr/>
              <p:nvPr/>
            </p:nvGrpSpPr>
            <p:grpSpPr>
              <a:xfrm>
                <a:off x="703447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15" name="직선 화살표 연결선 214">
                  <a:extLst>
                    <a:ext uri="{FF2B5EF4-FFF2-40B4-BE49-F238E27FC236}">
                      <a16:creationId xmlns:a16="http://schemas.microsoft.com/office/drawing/2014/main" id="{A1B7660B-D89D-6C6A-0FB0-F04F5057C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직선 연결선 215">
                  <a:extLst>
                    <a:ext uri="{FF2B5EF4-FFF2-40B4-BE49-F238E27FC236}">
                      <a16:creationId xmlns:a16="http://schemas.microsoft.com/office/drawing/2014/main" id="{D7BF92F9-C664-EA3F-8E15-0461722FFE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B7EE129A-D7BE-E4BF-D055-BE85E1D6CF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281C611D-99BC-7754-2E97-5B11D56FAF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" name="그룹 129">
                <a:extLst>
                  <a:ext uri="{FF2B5EF4-FFF2-40B4-BE49-F238E27FC236}">
                    <a16:creationId xmlns:a16="http://schemas.microsoft.com/office/drawing/2014/main" id="{D404147E-ACD4-F394-C18E-0620415D598C}"/>
                  </a:ext>
                </a:extLst>
              </p:cNvPr>
              <p:cNvGrpSpPr/>
              <p:nvPr/>
            </p:nvGrpSpPr>
            <p:grpSpPr>
              <a:xfrm>
                <a:off x="991306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11" name="직선 화살표 연결선 210">
                  <a:extLst>
                    <a:ext uri="{FF2B5EF4-FFF2-40B4-BE49-F238E27FC236}">
                      <a16:creationId xmlns:a16="http://schemas.microsoft.com/office/drawing/2014/main" id="{F0F15DBE-271D-BEE4-E953-6538A7199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직선 연결선 211">
                  <a:extLst>
                    <a:ext uri="{FF2B5EF4-FFF2-40B4-BE49-F238E27FC236}">
                      <a16:creationId xmlns:a16="http://schemas.microsoft.com/office/drawing/2014/main" id="{05FF6A72-9EBD-8167-E721-A6B19A8E7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직선 연결선 212">
                  <a:extLst>
                    <a:ext uri="{FF2B5EF4-FFF2-40B4-BE49-F238E27FC236}">
                      <a16:creationId xmlns:a16="http://schemas.microsoft.com/office/drawing/2014/main" id="{523FD3AB-0419-AE14-484D-1AB07969FB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01E423E6-2A2B-EC58-4A97-47AF7B44B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EDACB6EE-883A-959A-B403-F9568DD2C958}"/>
                  </a:ext>
                </a:extLst>
              </p:cNvPr>
              <p:cNvGrpSpPr/>
              <p:nvPr/>
            </p:nvGrpSpPr>
            <p:grpSpPr>
              <a:xfrm>
                <a:off x="1279164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07" name="직선 화살표 연결선 206">
                  <a:extLst>
                    <a:ext uri="{FF2B5EF4-FFF2-40B4-BE49-F238E27FC236}">
                      <a16:creationId xmlns:a16="http://schemas.microsoft.com/office/drawing/2014/main" id="{83DACE18-474C-723A-4E95-80D69E491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CF7DA170-6704-D652-DC50-DB76537254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직선 연결선 208">
                  <a:extLst>
                    <a:ext uri="{FF2B5EF4-FFF2-40B4-BE49-F238E27FC236}">
                      <a16:creationId xmlns:a16="http://schemas.microsoft.com/office/drawing/2014/main" id="{17AD3761-ECC8-10BE-85EA-110223D9E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69021057-D057-28C0-F86E-90B65902F3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00D8BB47-EE92-B78E-159F-4A43C4674CFC}"/>
                  </a:ext>
                </a:extLst>
              </p:cNvPr>
              <p:cNvGrpSpPr/>
              <p:nvPr/>
            </p:nvGrpSpPr>
            <p:grpSpPr>
              <a:xfrm>
                <a:off x="1567021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203" name="직선 화살표 연결선 202">
                  <a:extLst>
                    <a:ext uri="{FF2B5EF4-FFF2-40B4-BE49-F238E27FC236}">
                      <a16:creationId xmlns:a16="http://schemas.microsoft.com/office/drawing/2014/main" id="{036FF668-ED1F-1B52-7259-E11709E96F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7E69C9AC-5E8D-939A-BCEC-7B3345D10C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F71E5222-3E6E-9B7D-D68F-974374EA56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F7A4BCFC-34E7-428F-DA91-6C906A61B0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23690573-E81C-A092-2786-0C67F92A7782}"/>
                  </a:ext>
                </a:extLst>
              </p:cNvPr>
              <p:cNvGrpSpPr/>
              <p:nvPr/>
            </p:nvGrpSpPr>
            <p:grpSpPr>
              <a:xfrm>
                <a:off x="1858157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99" name="직선 화살표 연결선 198">
                  <a:extLst>
                    <a:ext uri="{FF2B5EF4-FFF2-40B4-BE49-F238E27FC236}">
                      <a16:creationId xmlns:a16="http://schemas.microsoft.com/office/drawing/2014/main" id="{72E746D7-72F3-98A7-552D-1AA3EB035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5CDE2602-3205-21A5-AE26-A32974F43D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4D7C5688-F4E0-2E36-3BFA-9376E17511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41178722-63A5-8945-AEEF-9D147BD038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5CFFE59E-8BC7-569A-8124-696B997B6A10}"/>
                  </a:ext>
                </a:extLst>
              </p:cNvPr>
              <p:cNvGrpSpPr/>
              <p:nvPr/>
            </p:nvGrpSpPr>
            <p:grpSpPr>
              <a:xfrm>
                <a:off x="2146015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95" name="직선 화살표 연결선 194">
                  <a:extLst>
                    <a:ext uri="{FF2B5EF4-FFF2-40B4-BE49-F238E27FC236}">
                      <a16:creationId xmlns:a16="http://schemas.microsoft.com/office/drawing/2014/main" id="{27C75523-4C44-E29A-223E-42A2EC798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2F08CCC8-1B92-E429-3AA3-470F2B2DE6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직선 연결선 196">
                  <a:extLst>
                    <a:ext uri="{FF2B5EF4-FFF2-40B4-BE49-F238E27FC236}">
                      <a16:creationId xmlns:a16="http://schemas.microsoft.com/office/drawing/2014/main" id="{03588BA3-26F1-A6AE-4185-9BFA00CD0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FEB9ECE-F2E0-861E-6102-AC83E7A8E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DB08BF2-E073-89E0-142D-F5AD9A1A048E}"/>
                  </a:ext>
                </a:extLst>
              </p:cNvPr>
              <p:cNvGrpSpPr/>
              <p:nvPr/>
            </p:nvGrpSpPr>
            <p:grpSpPr>
              <a:xfrm>
                <a:off x="2433872" y="385435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91" name="직선 화살표 연결선 190">
                  <a:extLst>
                    <a:ext uri="{FF2B5EF4-FFF2-40B4-BE49-F238E27FC236}">
                      <a16:creationId xmlns:a16="http://schemas.microsoft.com/office/drawing/2014/main" id="{2879FE3B-2E8A-14F1-DD36-0D6B2DE0D2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14A3B075-B5DA-5887-67B4-34638555EF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직선 연결선 192">
                  <a:extLst>
                    <a:ext uri="{FF2B5EF4-FFF2-40B4-BE49-F238E27FC236}">
                      <a16:creationId xmlns:a16="http://schemas.microsoft.com/office/drawing/2014/main" id="{0FABB6B3-19DC-19A8-F526-92C69BF1B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FAF668E7-792E-67A2-54CB-9D5F019D1C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7ACD0579-4983-521D-D9F3-46F9977144ED}"/>
                  </a:ext>
                </a:extLst>
              </p:cNvPr>
              <p:cNvGrpSpPr/>
              <p:nvPr/>
            </p:nvGrpSpPr>
            <p:grpSpPr>
              <a:xfrm>
                <a:off x="3297436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87" name="직선 화살표 연결선 186">
                  <a:extLst>
                    <a:ext uri="{FF2B5EF4-FFF2-40B4-BE49-F238E27FC236}">
                      <a16:creationId xmlns:a16="http://schemas.microsoft.com/office/drawing/2014/main" id="{857A08E6-FD41-86D3-8ACC-C32AF1BFE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BD79A283-FE61-BC42-C526-C9205CC27C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직선 연결선 188">
                  <a:extLst>
                    <a:ext uri="{FF2B5EF4-FFF2-40B4-BE49-F238E27FC236}">
                      <a16:creationId xmlns:a16="http://schemas.microsoft.com/office/drawing/2014/main" id="{26EF001A-4419-2EF9-B317-77BF7C20D1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직선 연결선 189">
                  <a:extLst>
                    <a:ext uri="{FF2B5EF4-FFF2-40B4-BE49-F238E27FC236}">
                      <a16:creationId xmlns:a16="http://schemas.microsoft.com/office/drawing/2014/main" id="{F9152595-8B8E-29B6-DAE1-47D37EC731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0E6425A2-093D-0303-C2AB-2ECD1C844523}"/>
                  </a:ext>
                </a:extLst>
              </p:cNvPr>
              <p:cNvGrpSpPr/>
              <p:nvPr/>
            </p:nvGrpSpPr>
            <p:grpSpPr>
              <a:xfrm>
                <a:off x="3009583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83" name="직선 화살표 연결선 182">
                  <a:extLst>
                    <a:ext uri="{FF2B5EF4-FFF2-40B4-BE49-F238E27FC236}">
                      <a16:creationId xmlns:a16="http://schemas.microsoft.com/office/drawing/2014/main" id="{10BEAB34-D971-108B-6BDD-75465E199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CB44D688-40F3-7612-C6FD-7F6437266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직선 연결선 184">
                  <a:extLst>
                    <a:ext uri="{FF2B5EF4-FFF2-40B4-BE49-F238E27FC236}">
                      <a16:creationId xmlns:a16="http://schemas.microsoft.com/office/drawing/2014/main" id="{EEBA7EF1-A123-71EC-DC7C-3486369046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직선 연결선 185">
                  <a:extLst>
                    <a:ext uri="{FF2B5EF4-FFF2-40B4-BE49-F238E27FC236}">
                      <a16:creationId xmlns:a16="http://schemas.microsoft.com/office/drawing/2014/main" id="{4A3832B1-874A-3ED5-7B27-849C81B18F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FF22CF07-580A-4B99-ABC3-6D5280DCE7EC}"/>
                  </a:ext>
                </a:extLst>
              </p:cNvPr>
              <p:cNvGrpSpPr/>
              <p:nvPr/>
            </p:nvGrpSpPr>
            <p:grpSpPr>
              <a:xfrm>
                <a:off x="2721728" y="3852568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79" name="직선 화살표 연결선 178">
                  <a:extLst>
                    <a:ext uri="{FF2B5EF4-FFF2-40B4-BE49-F238E27FC236}">
                      <a16:creationId xmlns:a16="http://schemas.microsoft.com/office/drawing/2014/main" id="{769FE72C-B30A-E863-B4FE-64BA8C1171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>
                  <a:extLst>
                    <a:ext uri="{FF2B5EF4-FFF2-40B4-BE49-F238E27FC236}">
                      <a16:creationId xmlns:a16="http://schemas.microsoft.com/office/drawing/2014/main" id="{32E36BBA-15A6-C63A-BA16-6E2ECA7179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B6653825-D8B5-BA2B-6AC3-153EA9807B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직선 연결선 181">
                  <a:extLst>
                    <a:ext uri="{FF2B5EF4-FFF2-40B4-BE49-F238E27FC236}">
                      <a16:creationId xmlns:a16="http://schemas.microsoft.com/office/drawing/2014/main" id="{3373A671-5DD0-10D4-7A29-003A8E1BA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3C246F03-C15A-E2D9-922B-798F6B6B310B}"/>
                  </a:ext>
                </a:extLst>
              </p:cNvPr>
              <p:cNvGrpSpPr/>
              <p:nvPr/>
            </p:nvGrpSpPr>
            <p:grpSpPr>
              <a:xfrm>
                <a:off x="3585291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75" name="직선 화살표 연결선 174">
                  <a:extLst>
                    <a:ext uri="{FF2B5EF4-FFF2-40B4-BE49-F238E27FC236}">
                      <a16:creationId xmlns:a16="http://schemas.microsoft.com/office/drawing/2014/main" id="{94AD718A-5451-6927-239E-A3032A608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직선 연결선 175">
                  <a:extLst>
                    <a:ext uri="{FF2B5EF4-FFF2-40B4-BE49-F238E27FC236}">
                      <a16:creationId xmlns:a16="http://schemas.microsoft.com/office/drawing/2014/main" id="{1D6FF0C2-F03C-8875-F648-43D82C3CC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직선 연결선 176">
                  <a:extLst>
                    <a:ext uri="{FF2B5EF4-FFF2-40B4-BE49-F238E27FC236}">
                      <a16:creationId xmlns:a16="http://schemas.microsoft.com/office/drawing/2014/main" id="{38C75AD9-5C56-D821-24BB-EE73374A7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직선 연결선 177">
                  <a:extLst>
                    <a:ext uri="{FF2B5EF4-FFF2-40B4-BE49-F238E27FC236}">
                      <a16:creationId xmlns:a16="http://schemas.microsoft.com/office/drawing/2014/main" id="{C40459A5-3373-3EE3-352E-F90C92426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7FEB3E91-9FEA-3564-A7DD-1D6D53913AFF}"/>
                  </a:ext>
                </a:extLst>
              </p:cNvPr>
              <p:cNvGrpSpPr/>
              <p:nvPr/>
            </p:nvGrpSpPr>
            <p:grpSpPr>
              <a:xfrm>
                <a:off x="3873149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71" name="직선 화살표 연결선 170">
                  <a:extLst>
                    <a:ext uri="{FF2B5EF4-FFF2-40B4-BE49-F238E27FC236}">
                      <a16:creationId xmlns:a16="http://schemas.microsoft.com/office/drawing/2014/main" id="{D3922AAA-C5C4-FC50-A4DD-99B7D73CF9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직선 연결선 171">
                  <a:extLst>
                    <a:ext uri="{FF2B5EF4-FFF2-40B4-BE49-F238E27FC236}">
                      <a16:creationId xmlns:a16="http://schemas.microsoft.com/office/drawing/2014/main" id="{A7D1B483-0D84-C481-18B2-FC005C82EB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직선 연결선 172">
                  <a:extLst>
                    <a:ext uri="{FF2B5EF4-FFF2-40B4-BE49-F238E27FC236}">
                      <a16:creationId xmlns:a16="http://schemas.microsoft.com/office/drawing/2014/main" id="{C6336395-6572-B374-A11D-680BCDFA32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직선 연결선 173">
                  <a:extLst>
                    <a:ext uri="{FF2B5EF4-FFF2-40B4-BE49-F238E27FC236}">
                      <a16:creationId xmlns:a16="http://schemas.microsoft.com/office/drawing/2014/main" id="{AFD3B4A6-EFED-CEA1-90D0-9428C0CFE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8102F026-1AC7-519E-073F-57B053B08474}"/>
                  </a:ext>
                </a:extLst>
              </p:cNvPr>
              <p:cNvGrpSpPr/>
              <p:nvPr/>
            </p:nvGrpSpPr>
            <p:grpSpPr>
              <a:xfrm>
                <a:off x="4161757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67" name="직선 화살표 연결선 166">
                  <a:extLst>
                    <a:ext uri="{FF2B5EF4-FFF2-40B4-BE49-F238E27FC236}">
                      <a16:creationId xmlns:a16="http://schemas.microsoft.com/office/drawing/2014/main" id="{0DEC360B-27C3-F34F-95F1-3EA863010C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직선 연결선 167">
                  <a:extLst>
                    <a:ext uri="{FF2B5EF4-FFF2-40B4-BE49-F238E27FC236}">
                      <a16:creationId xmlns:a16="http://schemas.microsoft.com/office/drawing/2014/main" id="{22450E80-CA6B-C15C-0350-51E715D738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직선 연결선 168">
                  <a:extLst>
                    <a:ext uri="{FF2B5EF4-FFF2-40B4-BE49-F238E27FC236}">
                      <a16:creationId xmlns:a16="http://schemas.microsoft.com/office/drawing/2014/main" id="{3F4B05C6-87FB-843B-F038-C3683F0856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직선 연결선 169">
                  <a:extLst>
                    <a:ext uri="{FF2B5EF4-FFF2-40B4-BE49-F238E27FC236}">
                      <a16:creationId xmlns:a16="http://schemas.microsoft.com/office/drawing/2014/main" id="{41CDF5CB-7FC0-CB9D-A5FD-D7704E465C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E8172771-1146-D7A2-8A99-AC6E6507FD20}"/>
                  </a:ext>
                </a:extLst>
              </p:cNvPr>
              <p:cNvGrpSpPr/>
              <p:nvPr/>
            </p:nvGrpSpPr>
            <p:grpSpPr>
              <a:xfrm>
                <a:off x="4456811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63" name="직선 화살표 연결선 162">
                  <a:extLst>
                    <a:ext uri="{FF2B5EF4-FFF2-40B4-BE49-F238E27FC236}">
                      <a16:creationId xmlns:a16="http://schemas.microsoft.com/office/drawing/2014/main" id="{FDE1B37C-C6F8-77B6-0E5F-FEC6AD29C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796CE1E0-BA86-B30C-9266-DB20DC6F2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ACC3F077-E0CA-5DD0-5EC0-4EA45703B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직선 연결선 165">
                  <a:extLst>
                    <a:ext uri="{FF2B5EF4-FFF2-40B4-BE49-F238E27FC236}">
                      <a16:creationId xmlns:a16="http://schemas.microsoft.com/office/drawing/2014/main" id="{CCE8DBE9-D1FB-C1C6-C26D-34D8A2FD2F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1871A9D6-8AD3-66EC-1239-E32B71058154}"/>
                  </a:ext>
                </a:extLst>
              </p:cNvPr>
              <p:cNvGrpSpPr/>
              <p:nvPr/>
            </p:nvGrpSpPr>
            <p:grpSpPr>
              <a:xfrm>
                <a:off x="4748841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59" name="직선 화살표 연결선 158">
                  <a:extLst>
                    <a:ext uri="{FF2B5EF4-FFF2-40B4-BE49-F238E27FC236}">
                      <a16:creationId xmlns:a16="http://schemas.microsoft.com/office/drawing/2014/main" id="{95F1D44F-07DD-503D-D149-78E1C51A23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BAE36CE5-1591-2BDC-55E9-97FD9AC6F0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>
                  <a:extLst>
                    <a:ext uri="{FF2B5EF4-FFF2-40B4-BE49-F238E27FC236}">
                      <a16:creationId xmlns:a16="http://schemas.microsoft.com/office/drawing/2014/main" id="{25240DD3-258F-EFFE-A4CE-91C3D8F8F2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직선 연결선 161">
                  <a:extLst>
                    <a:ext uri="{FF2B5EF4-FFF2-40B4-BE49-F238E27FC236}">
                      <a16:creationId xmlns:a16="http://schemas.microsoft.com/office/drawing/2014/main" id="{61BF93F9-5A21-7EA7-416F-B5F93202A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712723A4-6566-65C2-BF1B-EB146B772CA3}"/>
                  </a:ext>
                </a:extLst>
              </p:cNvPr>
              <p:cNvGrpSpPr/>
              <p:nvPr/>
            </p:nvGrpSpPr>
            <p:grpSpPr>
              <a:xfrm>
                <a:off x="5036699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55" name="직선 화살표 연결선 154">
                  <a:extLst>
                    <a:ext uri="{FF2B5EF4-FFF2-40B4-BE49-F238E27FC236}">
                      <a16:creationId xmlns:a16="http://schemas.microsoft.com/office/drawing/2014/main" id="{B4C66DC7-6E6C-8413-6E3F-EE3C938356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426B86E6-8CD4-8C8A-83AB-97EC063128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5FAAD0A-62B2-F165-D04E-AA92795B35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A7774B09-342A-6BE2-DA92-66A35E98A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2E99B5E4-EFCA-9E05-410A-92B40D9ABF81}"/>
                  </a:ext>
                </a:extLst>
              </p:cNvPr>
              <p:cNvGrpSpPr/>
              <p:nvPr/>
            </p:nvGrpSpPr>
            <p:grpSpPr>
              <a:xfrm>
                <a:off x="5324554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51" name="직선 화살표 연결선 150">
                  <a:extLst>
                    <a:ext uri="{FF2B5EF4-FFF2-40B4-BE49-F238E27FC236}">
                      <a16:creationId xmlns:a16="http://schemas.microsoft.com/office/drawing/2014/main" id="{1E1C0149-3028-A0F2-0ED8-6E6690A8E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2CC901A1-64A7-C9C4-805F-A5C9B8675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6CA1AA6-783A-0F56-C1D3-E3D7F1726A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C4D9FDF9-DE74-32E3-9FF7-E57EF180D4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31D644D2-FE85-2394-B2D0-44C04353D9E8}"/>
                  </a:ext>
                </a:extLst>
              </p:cNvPr>
              <p:cNvGrpSpPr/>
              <p:nvPr/>
            </p:nvGrpSpPr>
            <p:grpSpPr>
              <a:xfrm>
                <a:off x="5612415" y="385078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47" name="직선 화살표 연결선 146">
                  <a:extLst>
                    <a:ext uri="{FF2B5EF4-FFF2-40B4-BE49-F238E27FC236}">
                      <a16:creationId xmlns:a16="http://schemas.microsoft.com/office/drawing/2014/main" id="{AAF0B28D-8AE1-869B-5264-EBC5367AD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0B95CC4A-AE97-188D-0E9A-491C12520F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직선 연결선 148">
                  <a:extLst>
                    <a:ext uri="{FF2B5EF4-FFF2-40B4-BE49-F238E27FC236}">
                      <a16:creationId xmlns:a16="http://schemas.microsoft.com/office/drawing/2014/main" id="{D567E2ED-E9CA-2C34-B4D5-A74501E883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직선 연결선 149">
                  <a:extLst>
                    <a:ext uri="{FF2B5EF4-FFF2-40B4-BE49-F238E27FC236}">
                      <a16:creationId xmlns:a16="http://schemas.microsoft.com/office/drawing/2014/main" id="{34439C09-51C1-844E-0B6B-7E764A1F2F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DDAF240-F31A-CEB3-835D-D8A696799B3F}"/>
                </a:ext>
              </a:extLst>
            </p:cNvPr>
            <p:cNvGrpSpPr/>
            <p:nvPr/>
          </p:nvGrpSpPr>
          <p:grpSpPr>
            <a:xfrm>
              <a:off x="5900273" y="3843638"/>
              <a:ext cx="7214030" cy="233958"/>
              <a:chOff x="6096000" y="4565276"/>
              <a:chExt cx="7214030" cy="233958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8E0E68EE-3E6A-3FC2-4380-E3E471A20072}"/>
                  </a:ext>
                </a:extLst>
              </p:cNvPr>
              <p:cNvGrpSpPr/>
              <p:nvPr/>
            </p:nvGrpSpPr>
            <p:grpSpPr>
              <a:xfrm>
                <a:off x="6096000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23" name="직선 화살표 연결선 122">
                  <a:extLst>
                    <a:ext uri="{FF2B5EF4-FFF2-40B4-BE49-F238E27FC236}">
                      <a16:creationId xmlns:a16="http://schemas.microsoft.com/office/drawing/2014/main" id="{E53CB612-C059-FF4A-5E94-4E564493C6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41528987-4748-5814-BCFF-8F24F2B42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27F8EFD1-CDD0-53F8-F71B-352C97EF5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D25C2E2F-B40E-3A61-89CA-A03B1673C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774E730-762B-1D86-38FD-DFB25A168C37}"/>
                  </a:ext>
                </a:extLst>
              </p:cNvPr>
              <p:cNvGrpSpPr/>
              <p:nvPr/>
            </p:nvGrpSpPr>
            <p:grpSpPr>
              <a:xfrm>
                <a:off x="6383858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19" name="직선 화살표 연결선 118">
                  <a:extLst>
                    <a:ext uri="{FF2B5EF4-FFF2-40B4-BE49-F238E27FC236}">
                      <a16:creationId xmlns:a16="http://schemas.microsoft.com/office/drawing/2014/main" id="{7E75D164-6015-1AB7-085D-839124C8D5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26C71BBD-805C-A056-47D0-7244E21942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3EBBABDA-D6B7-1978-54A7-D95DBC41BC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8D05DD3A-91FD-AEAF-84FE-39C927979B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D1B3DB9A-8C7F-DB8B-3F52-EA7E10D087FA}"/>
                  </a:ext>
                </a:extLst>
              </p:cNvPr>
              <p:cNvGrpSpPr/>
              <p:nvPr/>
            </p:nvGrpSpPr>
            <p:grpSpPr>
              <a:xfrm>
                <a:off x="6671716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15" name="직선 화살표 연결선 114">
                  <a:extLst>
                    <a:ext uri="{FF2B5EF4-FFF2-40B4-BE49-F238E27FC236}">
                      <a16:creationId xmlns:a16="http://schemas.microsoft.com/office/drawing/2014/main" id="{2BE7D3EC-D659-8F5E-58CC-968147D9A3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 115">
                  <a:extLst>
                    <a:ext uri="{FF2B5EF4-FFF2-40B4-BE49-F238E27FC236}">
                      <a16:creationId xmlns:a16="http://schemas.microsoft.com/office/drawing/2014/main" id="{761B6F8B-4744-3223-BCFB-F8E8074AFD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D8F8D81B-25C9-27CE-79D4-46DEA4F694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823FD78B-5993-15E7-784A-DDC221B2D9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ED2EA7C3-2AB5-5772-46E2-B22D9C2A39CF}"/>
                  </a:ext>
                </a:extLst>
              </p:cNvPr>
              <p:cNvGrpSpPr/>
              <p:nvPr/>
            </p:nvGrpSpPr>
            <p:grpSpPr>
              <a:xfrm>
                <a:off x="6959575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11" name="직선 화살표 연결선 110">
                  <a:extLst>
                    <a:ext uri="{FF2B5EF4-FFF2-40B4-BE49-F238E27FC236}">
                      <a16:creationId xmlns:a16="http://schemas.microsoft.com/office/drawing/2014/main" id="{F688A268-EA40-1265-3797-DC07192E5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7D68C7E5-D1DD-F58B-DD7E-5596DB2F82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2049ECB3-5DA9-2F68-C15F-8165C0FCF3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직선 연결선 113">
                  <a:extLst>
                    <a:ext uri="{FF2B5EF4-FFF2-40B4-BE49-F238E27FC236}">
                      <a16:creationId xmlns:a16="http://schemas.microsoft.com/office/drawing/2014/main" id="{7C368B57-F18A-C696-2BBB-70E4D670C5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3CE9C7DA-6BDD-2287-3986-7D256A6CE0AE}"/>
                  </a:ext>
                </a:extLst>
              </p:cNvPr>
              <p:cNvGrpSpPr/>
              <p:nvPr/>
            </p:nvGrpSpPr>
            <p:grpSpPr>
              <a:xfrm>
                <a:off x="7247433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07" name="직선 화살표 연결선 106">
                  <a:extLst>
                    <a:ext uri="{FF2B5EF4-FFF2-40B4-BE49-F238E27FC236}">
                      <a16:creationId xmlns:a16="http://schemas.microsoft.com/office/drawing/2014/main" id="{C7FFB6B6-DF07-9CFE-6819-1468F42B3B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연결선 107">
                  <a:extLst>
                    <a:ext uri="{FF2B5EF4-FFF2-40B4-BE49-F238E27FC236}">
                      <a16:creationId xmlns:a16="http://schemas.microsoft.com/office/drawing/2014/main" id="{BDF803C2-6A42-B0DA-6899-2CD113ED1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D7143E38-7641-7AD7-A5A0-230B4FD2C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5C8693A8-F2CA-EA7B-D458-69783A6D59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883759B6-3B5C-1589-A42C-A733BBC83AB0}"/>
                  </a:ext>
                </a:extLst>
              </p:cNvPr>
              <p:cNvGrpSpPr/>
              <p:nvPr/>
            </p:nvGrpSpPr>
            <p:grpSpPr>
              <a:xfrm>
                <a:off x="7535290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103" name="직선 화살표 연결선 102">
                  <a:extLst>
                    <a:ext uri="{FF2B5EF4-FFF2-40B4-BE49-F238E27FC236}">
                      <a16:creationId xmlns:a16="http://schemas.microsoft.com/office/drawing/2014/main" id="{1335F834-16E8-F071-F75C-D3719B25BE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>
                  <a:extLst>
                    <a:ext uri="{FF2B5EF4-FFF2-40B4-BE49-F238E27FC236}">
                      <a16:creationId xmlns:a16="http://schemas.microsoft.com/office/drawing/2014/main" id="{07CE88F2-E391-D0D0-3131-336CEBD2E9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>
                  <a:extLst>
                    <a:ext uri="{FF2B5EF4-FFF2-40B4-BE49-F238E27FC236}">
                      <a16:creationId xmlns:a16="http://schemas.microsoft.com/office/drawing/2014/main" id="{1C8E8EFB-B504-7E65-D49C-CDB301C5F5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>
                  <a:extLst>
                    <a:ext uri="{FF2B5EF4-FFF2-40B4-BE49-F238E27FC236}">
                      <a16:creationId xmlns:a16="http://schemas.microsoft.com/office/drawing/2014/main" id="{307E369E-BA6E-783D-258B-117461B94B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6419C882-BACE-FB81-48DA-174CF8BE13CF}"/>
                  </a:ext>
                </a:extLst>
              </p:cNvPr>
              <p:cNvGrpSpPr/>
              <p:nvPr/>
            </p:nvGrpSpPr>
            <p:grpSpPr>
              <a:xfrm>
                <a:off x="7826425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99" name="직선 화살표 연결선 98">
                  <a:extLst>
                    <a:ext uri="{FF2B5EF4-FFF2-40B4-BE49-F238E27FC236}">
                      <a16:creationId xmlns:a16="http://schemas.microsoft.com/office/drawing/2014/main" id="{7E36C4B5-56D8-0B6D-29B1-207D0E2A11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690FF60B-8F08-CD80-74BA-0A22D56DB4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A41EBD6C-70D5-2A6C-8A0A-53CC68BAD5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>
                  <a:extLst>
                    <a:ext uri="{FF2B5EF4-FFF2-40B4-BE49-F238E27FC236}">
                      <a16:creationId xmlns:a16="http://schemas.microsoft.com/office/drawing/2014/main" id="{2A5EC406-A8D9-E71D-265B-D357A1C78E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A3512D27-1297-7CCB-B8BE-4B5FB1868979}"/>
                  </a:ext>
                </a:extLst>
              </p:cNvPr>
              <p:cNvGrpSpPr/>
              <p:nvPr/>
            </p:nvGrpSpPr>
            <p:grpSpPr>
              <a:xfrm>
                <a:off x="8114284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95" name="직선 화살표 연결선 94">
                  <a:extLst>
                    <a:ext uri="{FF2B5EF4-FFF2-40B4-BE49-F238E27FC236}">
                      <a16:creationId xmlns:a16="http://schemas.microsoft.com/office/drawing/2014/main" id="{93E38FD9-AB8D-6587-7FE6-441E67E01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BAF31D5E-F304-420A-1990-03E2A387D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직선 연결선 96">
                  <a:extLst>
                    <a:ext uri="{FF2B5EF4-FFF2-40B4-BE49-F238E27FC236}">
                      <a16:creationId xmlns:a16="http://schemas.microsoft.com/office/drawing/2014/main" id="{BAC6D437-1880-EEA0-A89F-A70B8AA80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F29916-EBE4-2C3F-8955-FABA0AABD5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070EEFA4-CF4E-CCB9-7027-E9D1606FD28B}"/>
                  </a:ext>
                </a:extLst>
              </p:cNvPr>
              <p:cNvGrpSpPr/>
              <p:nvPr/>
            </p:nvGrpSpPr>
            <p:grpSpPr>
              <a:xfrm>
                <a:off x="8402141" y="4570634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91" name="직선 화살표 연결선 90">
                  <a:extLst>
                    <a:ext uri="{FF2B5EF4-FFF2-40B4-BE49-F238E27FC236}">
                      <a16:creationId xmlns:a16="http://schemas.microsoft.com/office/drawing/2014/main" id="{6801703C-F769-501C-24B1-54049F21F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937D2D6E-AD1A-E973-7C7A-647C61798D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0B0FFCE-74F1-E9FB-B3C1-4811E6AA08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직선 연결선 93">
                  <a:extLst>
                    <a:ext uri="{FF2B5EF4-FFF2-40B4-BE49-F238E27FC236}">
                      <a16:creationId xmlns:a16="http://schemas.microsoft.com/office/drawing/2014/main" id="{AB1CB75E-0F9A-5256-32DF-C4BA67875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08690444-CD84-B8EC-DA5F-923161C7EC47}"/>
                  </a:ext>
                </a:extLst>
              </p:cNvPr>
              <p:cNvGrpSpPr/>
              <p:nvPr/>
            </p:nvGrpSpPr>
            <p:grpSpPr>
              <a:xfrm>
                <a:off x="9265705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87" name="직선 화살표 연결선 86">
                  <a:extLst>
                    <a:ext uri="{FF2B5EF4-FFF2-40B4-BE49-F238E27FC236}">
                      <a16:creationId xmlns:a16="http://schemas.microsoft.com/office/drawing/2014/main" id="{744A86E5-56D7-8C4D-8954-6038AB46B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11A170B-CE8C-8827-8940-ACF9607D9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직선 연결선 88">
                  <a:extLst>
                    <a:ext uri="{FF2B5EF4-FFF2-40B4-BE49-F238E27FC236}">
                      <a16:creationId xmlns:a16="http://schemas.microsoft.com/office/drawing/2014/main" id="{081E4F1A-A9D6-59F5-8600-C84281017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A5177BC7-9C66-8283-0768-A0320A1C10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5F0D9DE-806E-542D-4780-159C628626DF}"/>
                  </a:ext>
                </a:extLst>
              </p:cNvPr>
              <p:cNvGrpSpPr/>
              <p:nvPr/>
            </p:nvGrpSpPr>
            <p:grpSpPr>
              <a:xfrm>
                <a:off x="8977851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83" name="직선 화살표 연결선 82">
                  <a:extLst>
                    <a:ext uri="{FF2B5EF4-FFF2-40B4-BE49-F238E27FC236}">
                      <a16:creationId xmlns:a16="http://schemas.microsoft.com/office/drawing/2014/main" id="{9BDE3D6B-DB69-E026-A3F5-FA9B7377A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00365728-8C2A-A3DF-9011-9EB72378CB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직선 연결선 84">
                  <a:extLst>
                    <a:ext uri="{FF2B5EF4-FFF2-40B4-BE49-F238E27FC236}">
                      <a16:creationId xmlns:a16="http://schemas.microsoft.com/office/drawing/2014/main" id="{C6C57ADC-A1DE-A2C2-A4D7-050E88881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32A59CB8-C751-A163-04E7-25C1A6091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75FF26B3-4B4D-423A-8969-F64E87B39E79}"/>
                  </a:ext>
                </a:extLst>
              </p:cNvPr>
              <p:cNvGrpSpPr/>
              <p:nvPr/>
            </p:nvGrpSpPr>
            <p:grpSpPr>
              <a:xfrm>
                <a:off x="8689997" y="4568848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79" name="직선 화살표 연결선 78">
                  <a:extLst>
                    <a:ext uri="{FF2B5EF4-FFF2-40B4-BE49-F238E27FC236}">
                      <a16:creationId xmlns:a16="http://schemas.microsoft.com/office/drawing/2014/main" id="{9217D8AA-7AB8-A7D5-BDE6-BFE415FA7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33F0F037-D1B8-7C06-37EA-7CD3F843C9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EA6926C0-82A4-95EB-3046-2BE838830C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직선 연결선 81">
                  <a:extLst>
                    <a:ext uri="{FF2B5EF4-FFF2-40B4-BE49-F238E27FC236}">
                      <a16:creationId xmlns:a16="http://schemas.microsoft.com/office/drawing/2014/main" id="{70157EDB-6E88-5BC5-8F49-5F77E3303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555A88FA-A624-B56C-566E-0980E570BF2A}"/>
                  </a:ext>
                </a:extLst>
              </p:cNvPr>
              <p:cNvGrpSpPr/>
              <p:nvPr/>
            </p:nvGrpSpPr>
            <p:grpSpPr>
              <a:xfrm>
                <a:off x="9553558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75" name="직선 화살표 연결선 74">
                  <a:extLst>
                    <a:ext uri="{FF2B5EF4-FFF2-40B4-BE49-F238E27FC236}">
                      <a16:creationId xmlns:a16="http://schemas.microsoft.com/office/drawing/2014/main" id="{72C97CFA-4C0F-571F-CFC5-38ADE3632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686FC04-CD95-CA83-7384-0F6A733608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C0236446-EF30-1939-C274-6F4BBA6DFF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연결선 77">
                  <a:extLst>
                    <a:ext uri="{FF2B5EF4-FFF2-40B4-BE49-F238E27FC236}">
                      <a16:creationId xmlns:a16="http://schemas.microsoft.com/office/drawing/2014/main" id="{4AADBB5E-141B-939E-5112-5BE625127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F017CB5E-7F32-B371-D62B-8BE6EDA5B2FF}"/>
                  </a:ext>
                </a:extLst>
              </p:cNvPr>
              <p:cNvGrpSpPr/>
              <p:nvPr/>
            </p:nvGrpSpPr>
            <p:grpSpPr>
              <a:xfrm>
                <a:off x="9841416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71" name="직선 화살표 연결선 70">
                  <a:extLst>
                    <a:ext uri="{FF2B5EF4-FFF2-40B4-BE49-F238E27FC236}">
                      <a16:creationId xmlns:a16="http://schemas.microsoft.com/office/drawing/2014/main" id="{C5593471-18AD-CAA8-7B73-728F463F8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0EB244C-05DC-DFC6-0CCA-73F27D24A3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6EEB87A5-624D-9BA0-BFA1-89F4FABFF5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>
                  <a:extLst>
                    <a:ext uri="{FF2B5EF4-FFF2-40B4-BE49-F238E27FC236}">
                      <a16:creationId xmlns:a16="http://schemas.microsoft.com/office/drawing/2014/main" id="{39556B98-A096-1094-A4A7-48F5C0E47C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66982227-742D-BB86-4429-F83A90C22EEB}"/>
                  </a:ext>
                </a:extLst>
              </p:cNvPr>
              <p:cNvGrpSpPr/>
              <p:nvPr/>
            </p:nvGrpSpPr>
            <p:grpSpPr>
              <a:xfrm>
                <a:off x="10130023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67" name="직선 화살표 연결선 66">
                  <a:extLst>
                    <a:ext uri="{FF2B5EF4-FFF2-40B4-BE49-F238E27FC236}">
                      <a16:creationId xmlns:a16="http://schemas.microsoft.com/office/drawing/2014/main" id="{2F8F01C2-780E-8E98-E9BE-D18FD18D7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1C18C2D-A7AD-13A3-57D6-D3A52051E0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70E131F5-E109-0278-17D6-BBCD7612D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7C3EEA1-5E9C-E2DF-2C3D-E51834A654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04378236-44F0-2718-EA13-2CA0BF9960DA}"/>
                  </a:ext>
                </a:extLst>
              </p:cNvPr>
              <p:cNvGrpSpPr/>
              <p:nvPr/>
            </p:nvGrpSpPr>
            <p:grpSpPr>
              <a:xfrm>
                <a:off x="10425078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63" name="직선 화살표 연결선 62">
                  <a:extLst>
                    <a:ext uri="{FF2B5EF4-FFF2-40B4-BE49-F238E27FC236}">
                      <a16:creationId xmlns:a16="http://schemas.microsoft.com/office/drawing/2014/main" id="{30654EEC-547A-A2FC-A37C-E4B1EDC2E5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A381A2F8-E297-29AF-9D21-B88C7BD7B3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455AC42-F4E3-984A-9804-89ED32B371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0B1E5E35-CF27-0667-8D50-40801541E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44E5A36A-B5B0-AED0-F9C7-19685B5AB844}"/>
                  </a:ext>
                </a:extLst>
              </p:cNvPr>
              <p:cNvGrpSpPr/>
              <p:nvPr/>
            </p:nvGrpSpPr>
            <p:grpSpPr>
              <a:xfrm>
                <a:off x="10717108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59" name="직선 화살표 연결선 58">
                  <a:extLst>
                    <a:ext uri="{FF2B5EF4-FFF2-40B4-BE49-F238E27FC236}">
                      <a16:creationId xmlns:a16="http://schemas.microsoft.com/office/drawing/2014/main" id="{D13FC2BC-C31B-BED1-6386-C37F960066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57A80133-4940-925F-FB7B-1EE6A394CE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A056366-092A-9CED-C971-48966C2575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>
                  <a:extLst>
                    <a:ext uri="{FF2B5EF4-FFF2-40B4-BE49-F238E27FC236}">
                      <a16:creationId xmlns:a16="http://schemas.microsoft.com/office/drawing/2014/main" id="{1542EE83-3038-53F8-8090-9E36C2F77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E4A0DD62-5B3C-51DB-7E19-CE6C160CAF5A}"/>
                  </a:ext>
                </a:extLst>
              </p:cNvPr>
              <p:cNvGrpSpPr/>
              <p:nvPr/>
            </p:nvGrpSpPr>
            <p:grpSpPr>
              <a:xfrm>
                <a:off x="11004966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ADF256C0-A6CD-136A-5020-892A7BE71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587846B7-50D1-6487-F29D-395328596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B991BBE7-9FF5-5145-8491-FF530EFFCD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B6B055F6-EB9C-61CA-D529-AE482B51A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97F8AD84-A383-F0CF-120E-652A6AF96707}"/>
                  </a:ext>
                </a:extLst>
              </p:cNvPr>
              <p:cNvGrpSpPr/>
              <p:nvPr/>
            </p:nvGrpSpPr>
            <p:grpSpPr>
              <a:xfrm>
                <a:off x="11292821" y="4567062"/>
                <a:ext cx="287859" cy="228600"/>
                <a:chOff x="1117600" y="3829050"/>
                <a:chExt cx="536575" cy="304800"/>
              </a:xfrm>
            </p:grpSpPr>
            <p:cxnSp>
              <p:nvCxnSpPr>
                <p:cNvPr id="51" name="직선 화살표 연결선 50">
                  <a:extLst>
                    <a:ext uri="{FF2B5EF4-FFF2-40B4-BE49-F238E27FC236}">
                      <a16:creationId xmlns:a16="http://schemas.microsoft.com/office/drawing/2014/main" id="{FD9D781C-E521-7AC9-F046-4F8E53CF96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09B81F13-2EAA-79EF-92FE-FE48E21B7A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493426BD-C1D2-EEC2-4DCC-E61188A04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76FACAC2-C9D5-1BD9-043E-575123ED6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6C0D0FAA-EAFF-0CF1-163A-FF000791A55D}"/>
                  </a:ext>
                </a:extLst>
              </p:cNvPr>
              <p:cNvGrpSpPr/>
              <p:nvPr/>
            </p:nvGrpSpPr>
            <p:grpSpPr>
              <a:xfrm>
                <a:off x="11580681" y="4565276"/>
                <a:ext cx="1729349" cy="230389"/>
                <a:chOff x="1117600" y="3826665"/>
                <a:chExt cx="3223540" cy="307185"/>
              </a:xfrm>
            </p:grpSpPr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4F6964AC-BA86-CDBF-D8C1-615C7BC107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54175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B4C98545-19AA-D8BF-F57F-70BB49B1B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9273D5BD-F008-1BD4-A155-73D2AF91E1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600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32EBB5DB-C8EC-98BF-41C5-318C24B878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5888" y="4131469"/>
                  <a:ext cx="268287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화살표 연결선 30">
                  <a:extLst>
                    <a:ext uri="{FF2B5EF4-FFF2-40B4-BE49-F238E27FC236}">
                      <a16:creationId xmlns:a16="http://schemas.microsoft.com/office/drawing/2014/main" id="{2B904DD9-5251-A759-6A9C-926313CFB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90749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7A2A8B09-2B28-00A9-1277-E32BD200F5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2461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3CE97B91-7645-066C-95E3-4B51FBEEF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54173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F0D9C94F-FE70-5AD5-82CD-3FA1D60548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22461" y="4131469"/>
                  <a:ext cx="268288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D178BB57-6567-FA68-E6BA-854B4931DF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27322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53B1E12F-7BFA-A622-6F0A-2B718EAB1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59034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1CB9CE4F-7B09-C263-D7CC-64D29C8ECF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0746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6D348DCD-0BC6-43AA-C77E-15A2B12CBB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59034" y="4131469"/>
                  <a:ext cx="268288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24434E16-1F5A-4079-CA43-22C219DEC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63895" y="3826665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FE29BED2-CE9D-9F0B-556B-1DC70F4A29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5607" y="3826669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54820FDC-9283-C4A0-DC4C-A080E6FC2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7320" y="3826665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C253D790-2A54-0D16-EF2B-45983A97F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5607" y="4129083"/>
                  <a:ext cx="268288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>
                  <a:extLst>
                    <a:ext uri="{FF2B5EF4-FFF2-40B4-BE49-F238E27FC236}">
                      <a16:creationId xmlns:a16="http://schemas.microsoft.com/office/drawing/2014/main" id="{952C2ACC-E014-66F0-E8E7-77AC627A49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3806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FDF6B297-DF4B-334F-4D21-6B0E0B1FE6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35518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77D7F8A3-39B8-E83E-4949-963292AB64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7231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1E19A861-CCA6-8C85-E3E4-C950C70BCF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35518" y="4131469"/>
                  <a:ext cx="268288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화살표 연결선 46">
                  <a:extLst>
                    <a:ext uri="{FF2B5EF4-FFF2-40B4-BE49-F238E27FC236}">
                      <a16:creationId xmlns:a16="http://schemas.microsoft.com/office/drawing/2014/main" id="{59603678-A15E-465C-C5EB-0209A3B9B9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41140" y="3829050"/>
                  <a:ext cx="0" cy="304800"/>
                </a:xfrm>
                <a:prstGeom prst="straightConnector1">
                  <a:avLst/>
                </a:prstGeom>
                <a:ln w="3175"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47B6ECD0-8F7B-1051-7B34-4E0D4CEA22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72852" y="3829050"/>
                  <a:ext cx="0" cy="30480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05C1E9E0-6004-37D7-9197-0361645CFD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4565" y="3829050"/>
                  <a:ext cx="268288" cy="0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8AABCBE0-31DF-B5EA-D7EE-AA6FBA4B6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72852" y="4131469"/>
                  <a:ext cx="268288" cy="2381"/>
                </a:xfrm>
                <a:prstGeom prst="line">
                  <a:avLst/>
                </a:prstGeom>
                <a:ln w="3175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71107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B2B4FA0-009E-3B3D-98F9-1D5124203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88" y="726586"/>
            <a:ext cx="7187023" cy="5404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217881-9896-00B8-F5A6-044127730231}"/>
              </a:ext>
            </a:extLst>
          </p:cNvPr>
          <p:cNvSpPr txBox="1"/>
          <p:nvPr/>
        </p:nvSpPr>
        <p:spPr>
          <a:xfrm>
            <a:off x="341745" y="249198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0. CPU </a:t>
            </a:r>
            <a:r>
              <a:rPr lang="ko-KR" altLang="en-US" sz="2000">
                <a:latin typeface="+mj-ea"/>
                <a:ea typeface="+mj-ea"/>
              </a:rPr>
              <a:t>구조 설계</a:t>
            </a:r>
          </a:p>
        </p:txBody>
      </p:sp>
    </p:spTree>
    <p:extLst>
      <p:ext uri="{BB962C8B-B14F-4D97-AF65-F5344CB8AC3E}">
        <p14:creationId xmlns:p14="http://schemas.microsoft.com/office/powerpoint/2010/main" val="50337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255B-D608-155F-0B36-278DD8A6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60C9C-030B-AB91-00A4-471E207F2761}"/>
              </a:ext>
            </a:extLst>
          </p:cNvPr>
          <p:cNvSpPr txBox="1"/>
          <p:nvPr/>
        </p:nvSpPr>
        <p:spPr>
          <a:xfrm>
            <a:off x="341745" y="249198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1. Pipeline </a:t>
            </a:r>
            <a:r>
              <a:rPr lang="ko-KR" altLang="en-US" sz="2000">
                <a:latin typeface="+mj-ea"/>
                <a:ea typeface="+mj-ea"/>
              </a:rPr>
              <a:t>설계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3F8AE32-2F7E-F45E-4B4E-1E3524831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539216"/>
              </p:ext>
            </p:extLst>
          </p:nvPr>
        </p:nvGraphicFramePr>
        <p:xfrm>
          <a:off x="341745" y="1102518"/>
          <a:ext cx="3505198" cy="1466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18">
                  <a:extLst>
                    <a:ext uri="{9D8B030D-6E8A-4147-A177-3AD203B41FA5}">
                      <a16:colId xmlns:a16="http://schemas.microsoft.com/office/drawing/2014/main" val="4100416787"/>
                    </a:ext>
                  </a:extLst>
                </a:gridCol>
                <a:gridCol w="660816">
                  <a:extLst>
                    <a:ext uri="{9D8B030D-6E8A-4147-A177-3AD203B41FA5}">
                      <a16:colId xmlns:a16="http://schemas.microsoft.com/office/drawing/2014/main" val="1869723409"/>
                    </a:ext>
                  </a:extLst>
                </a:gridCol>
                <a:gridCol w="2643264">
                  <a:extLst>
                    <a:ext uri="{9D8B030D-6E8A-4147-A177-3AD203B41FA5}">
                      <a16:colId xmlns:a16="http://schemas.microsoft.com/office/drawing/2014/main" val="1422178479"/>
                    </a:ext>
                  </a:extLst>
                </a:gridCol>
              </a:tblGrid>
              <a:tr h="20955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MIPS Pipeline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692171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4504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Instruction Fetch from Memory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60231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Instruction Decode and Register Read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88482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Execute Operation or Calculate </a:t>
                      </a:r>
                      <a:r>
                        <a:rPr lang="en-US" sz="1100" u="none" strike="noStrike" err="1">
                          <a:effectLst/>
                        </a:rPr>
                        <a:t>ADDR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56921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Memory Operand</a:t>
                      </a:r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50792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WB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Write Result Back to Register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22630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48872E-6AD6-165B-B115-D2875801E8CB}"/>
              </a:ext>
            </a:extLst>
          </p:cNvPr>
          <p:cNvSpPr txBox="1"/>
          <p:nvPr/>
        </p:nvSpPr>
        <p:spPr>
          <a:xfrm>
            <a:off x="1174170" y="856297"/>
            <a:ext cx="18403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표 </a:t>
            </a:r>
            <a:r>
              <a:rPr lang="en-US" altLang="ko-KR" sz="1000">
                <a:latin typeface="+mj-ea"/>
                <a:ea typeface="+mj-ea"/>
              </a:rPr>
              <a:t>1.1 5-Stage Pipeline </a:t>
            </a:r>
            <a:r>
              <a:rPr lang="ko-KR" altLang="en-US" sz="1000">
                <a:latin typeface="+mj-ea"/>
                <a:ea typeface="+mj-ea"/>
              </a:rPr>
              <a:t>설명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3B63F4-58FB-9AC2-29F8-2C5D271C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055" y="1102518"/>
            <a:ext cx="6620799" cy="2457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83E7AC-FB11-207F-4C9F-248275E6F49E}"/>
              </a:ext>
            </a:extLst>
          </p:cNvPr>
          <p:cNvSpPr txBox="1"/>
          <p:nvPr/>
        </p:nvSpPr>
        <p:spPr>
          <a:xfrm>
            <a:off x="6360966" y="856297"/>
            <a:ext cx="3256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표 </a:t>
            </a:r>
            <a:r>
              <a:rPr lang="en-US" altLang="ko-KR" sz="1000">
                <a:latin typeface="+mj-ea"/>
                <a:ea typeface="+mj-ea"/>
              </a:rPr>
              <a:t>1.2 instruction</a:t>
            </a:r>
            <a:r>
              <a:rPr lang="ko-KR" altLang="en-US" sz="1000">
                <a:latin typeface="+mj-ea"/>
                <a:ea typeface="+mj-ea"/>
              </a:rPr>
              <a:t>별 거치는 </a:t>
            </a:r>
            <a:r>
              <a:rPr lang="en-US" altLang="ko-KR" sz="1000">
                <a:latin typeface="+mj-ea"/>
                <a:ea typeface="+mj-ea"/>
              </a:rPr>
              <a:t>Stage </a:t>
            </a:r>
            <a:r>
              <a:rPr lang="ko-KR" altLang="en-US" sz="1000">
                <a:latin typeface="+mj-ea"/>
                <a:ea typeface="+mj-ea"/>
              </a:rPr>
              <a:t>설명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CA98433-2F61-3A5A-5342-D6543EFD1F5F}"/>
              </a:ext>
            </a:extLst>
          </p:cNvPr>
          <p:cNvSpPr txBox="1"/>
          <p:nvPr/>
        </p:nvSpPr>
        <p:spPr>
          <a:xfrm>
            <a:off x="606855" y="4437342"/>
            <a:ext cx="113463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/>
              <a:t>I-CACHE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CB3D4E1B-B058-ED30-84A6-1636F7331D67}"/>
              </a:ext>
            </a:extLst>
          </p:cNvPr>
          <p:cNvSpPr txBox="1"/>
          <p:nvPr/>
        </p:nvSpPr>
        <p:spPr>
          <a:xfrm>
            <a:off x="606855" y="4760507"/>
            <a:ext cx="113463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/>
              <a:t>CPU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3B1084E7-8265-7062-2F2D-5A0BA39B81F3}"/>
              </a:ext>
            </a:extLst>
          </p:cNvPr>
          <p:cNvSpPr txBox="1"/>
          <p:nvPr/>
        </p:nvSpPr>
        <p:spPr>
          <a:xfrm>
            <a:off x="606855" y="5370060"/>
            <a:ext cx="113463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/>
              <a:t>D-CACHE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3C68137-D537-FCC5-C9F4-F8AF462CEE59}"/>
              </a:ext>
            </a:extLst>
          </p:cNvPr>
          <p:cNvSpPr txBox="1"/>
          <p:nvPr/>
        </p:nvSpPr>
        <p:spPr>
          <a:xfrm>
            <a:off x="606855" y="4114177"/>
            <a:ext cx="113463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/>
              <a:t>STAGE</a:t>
            </a:r>
          </a:p>
        </p:txBody>
      </p: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A1005F8E-66FD-9585-18D7-5726B3C8F8E0}"/>
              </a:ext>
            </a:extLst>
          </p:cNvPr>
          <p:cNvGrpSpPr/>
          <p:nvPr/>
        </p:nvGrpSpPr>
        <p:grpSpPr>
          <a:xfrm>
            <a:off x="1650798" y="3720066"/>
            <a:ext cx="4100316" cy="212908"/>
            <a:chOff x="1974634" y="4820259"/>
            <a:chExt cx="2728389" cy="164812"/>
          </a:xfrm>
        </p:grpSpPr>
        <p:cxnSp>
          <p:nvCxnSpPr>
            <p:cNvPr id="275" name="직선 화살표 연결선 274">
              <a:extLst>
                <a:ext uri="{FF2B5EF4-FFF2-40B4-BE49-F238E27FC236}">
                  <a16:creationId xmlns:a16="http://schemas.microsoft.com/office/drawing/2014/main" id="{4B07DFAF-A4F7-AF41-A020-11E178F7F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5578" y="4822795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화살표 연결선 275">
              <a:extLst>
                <a:ext uri="{FF2B5EF4-FFF2-40B4-BE49-F238E27FC236}">
                  <a16:creationId xmlns:a16="http://schemas.microsoft.com/office/drawing/2014/main" id="{C026D495-E126-56A4-2548-FEDC3A6EC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382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84EE8EAF-EC68-1C27-F09F-D3606ABAD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7912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6C47CD97-6D3F-D7AC-9CEB-86C01B1B950F}"/>
                </a:ext>
              </a:extLst>
            </p:cNvPr>
            <p:cNvCxnSpPr>
              <a:cxnSpLocks/>
            </p:cNvCxnSpPr>
            <p:nvPr/>
          </p:nvCxnSpPr>
          <p:spPr>
            <a:xfrm>
              <a:off x="2997442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CA027103-C551-0199-17FE-1B8A4A1489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7912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화살표 연결선 279">
              <a:extLst>
                <a:ext uri="{FF2B5EF4-FFF2-40B4-BE49-F238E27FC236}">
                  <a16:creationId xmlns:a16="http://schemas.microsoft.com/office/drawing/2014/main" id="{C8D5CA5A-FDEC-D08B-10C5-64A1EA716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450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FD3694C6-5DAF-87AD-0070-90A0E7343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980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57BC3FFC-8261-8270-D0A1-7F3DB3C05C30}"/>
                </a:ext>
              </a:extLst>
            </p:cNvPr>
            <p:cNvCxnSpPr>
              <a:cxnSpLocks/>
            </p:cNvCxnSpPr>
            <p:nvPr/>
          </p:nvCxnSpPr>
          <p:spPr>
            <a:xfrm>
              <a:off x="2656510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B8EBDA99-046D-6A56-4BC2-87F443FB78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980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화살표 연결선 283">
              <a:extLst>
                <a:ext uri="{FF2B5EF4-FFF2-40B4-BE49-F238E27FC236}">
                  <a16:creationId xmlns:a16="http://schemas.microsoft.com/office/drawing/2014/main" id="{A909CA55-37A6-1C23-BC6F-2C406E940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6514" y="4821527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D851C180-3E05-09BD-6D26-2214A1EF9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044" y="4821527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>
              <a:extLst>
                <a:ext uri="{FF2B5EF4-FFF2-40B4-BE49-F238E27FC236}">
                  <a16:creationId xmlns:a16="http://schemas.microsoft.com/office/drawing/2014/main" id="{CF950228-5DA0-A6F8-3D6A-D65DC2293805}"/>
                </a:ext>
              </a:extLst>
            </p:cNvPr>
            <p:cNvCxnSpPr>
              <a:cxnSpLocks/>
            </p:cNvCxnSpPr>
            <p:nvPr/>
          </p:nvCxnSpPr>
          <p:spPr>
            <a:xfrm>
              <a:off x="2315574" y="4821527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>
              <a:extLst>
                <a:ext uri="{FF2B5EF4-FFF2-40B4-BE49-F238E27FC236}">
                  <a16:creationId xmlns:a16="http://schemas.microsoft.com/office/drawing/2014/main" id="{2832CFE0-F33D-9423-41E8-3EAA12C0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044" y="4982535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287">
              <a:extLst>
                <a:ext uri="{FF2B5EF4-FFF2-40B4-BE49-F238E27FC236}">
                  <a16:creationId xmlns:a16="http://schemas.microsoft.com/office/drawing/2014/main" id="{2105EE0E-7733-5457-5F35-3F9370D7A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318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>
              <a:extLst>
                <a:ext uri="{FF2B5EF4-FFF2-40B4-BE49-F238E27FC236}">
                  <a16:creationId xmlns:a16="http://schemas.microsoft.com/office/drawing/2014/main" id="{EEC6318C-6264-0813-FEC9-1B5F04935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8848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>
              <a:extLst>
                <a:ext uri="{FF2B5EF4-FFF2-40B4-BE49-F238E27FC236}">
                  <a16:creationId xmlns:a16="http://schemas.microsoft.com/office/drawing/2014/main" id="{CA61BE3E-E29D-F53F-EF81-886220D318B3}"/>
                </a:ext>
              </a:extLst>
            </p:cNvPr>
            <p:cNvCxnSpPr>
              <a:cxnSpLocks/>
            </p:cNvCxnSpPr>
            <p:nvPr/>
          </p:nvCxnSpPr>
          <p:spPr>
            <a:xfrm>
              <a:off x="3338378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>
              <a:extLst>
                <a:ext uri="{FF2B5EF4-FFF2-40B4-BE49-F238E27FC236}">
                  <a16:creationId xmlns:a16="http://schemas.microsoft.com/office/drawing/2014/main" id="{52C721D3-198F-1CB9-6167-997ADAC61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8848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81B955B2-1365-D355-ADFA-685ADB78D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0257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>
              <a:extLst>
                <a:ext uri="{FF2B5EF4-FFF2-40B4-BE49-F238E27FC236}">
                  <a16:creationId xmlns:a16="http://schemas.microsoft.com/office/drawing/2014/main" id="{7F9F32B0-6A74-434F-DC95-6E816F5C86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787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연결선 293">
              <a:extLst>
                <a:ext uri="{FF2B5EF4-FFF2-40B4-BE49-F238E27FC236}">
                  <a16:creationId xmlns:a16="http://schemas.microsoft.com/office/drawing/2014/main" id="{B84085B2-4545-C9E3-9BE1-69D1918C1B9E}"/>
                </a:ext>
              </a:extLst>
            </p:cNvPr>
            <p:cNvCxnSpPr>
              <a:cxnSpLocks/>
            </p:cNvCxnSpPr>
            <p:nvPr/>
          </p:nvCxnSpPr>
          <p:spPr>
            <a:xfrm>
              <a:off x="3679317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581084C9-C716-2904-7698-B4A0214B80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787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화살표 연결선 295">
              <a:extLst>
                <a:ext uri="{FF2B5EF4-FFF2-40B4-BE49-F238E27FC236}">
                  <a16:creationId xmlns:a16="http://schemas.microsoft.com/office/drawing/2014/main" id="{917B3BDF-467F-7DB3-8016-6635E8A1F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2084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7FDFCDC7-21FC-1C48-EE9B-A71B075C1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1614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19E4365E-1DAB-4435-C69F-EDF72121DF81}"/>
                </a:ext>
              </a:extLst>
            </p:cNvPr>
            <p:cNvCxnSpPr>
              <a:cxnSpLocks/>
            </p:cNvCxnSpPr>
            <p:nvPr/>
          </p:nvCxnSpPr>
          <p:spPr>
            <a:xfrm>
              <a:off x="4021144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>
              <a:extLst>
                <a:ext uri="{FF2B5EF4-FFF2-40B4-BE49-F238E27FC236}">
                  <a16:creationId xmlns:a16="http://schemas.microsoft.com/office/drawing/2014/main" id="{D6D52E60-9FC8-3F77-B431-E0DC04EB35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1614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화살표 연결선 301">
              <a:extLst>
                <a:ext uri="{FF2B5EF4-FFF2-40B4-BE49-F238E27FC236}">
                  <a16:creationId xmlns:a16="http://schemas.microsoft.com/office/drawing/2014/main" id="{E0F3EF6C-174F-D445-04C7-9070748C0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4638" y="4822795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F1590759-55BC-2D8C-D5AC-A2179C559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5104" y="4821527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6850C723-B85D-6418-ED7D-B8465B54ED86}"/>
                </a:ext>
              </a:extLst>
            </p:cNvPr>
            <p:cNvCxnSpPr>
              <a:cxnSpLocks/>
            </p:cNvCxnSpPr>
            <p:nvPr/>
          </p:nvCxnSpPr>
          <p:spPr>
            <a:xfrm>
              <a:off x="1974634" y="4821527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>
              <a:extLst>
                <a:ext uri="{FF2B5EF4-FFF2-40B4-BE49-F238E27FC236}">
                  <a16:creationId xmlns:a16="http://schemas.microsoft.com/office/drawing/2014/main" id="{5E8AAC5A-FC7E-398C-6022-FB3F4FD9F5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5104" y="4982535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화살표 연결선 305">
              <a:extLst>
                <a:ext uri="{FF2B5EF4-FFF2-40B4-BE49-F238E27FC236}">
                  <a16:creationId xmlns:a16="http://schemas.microsoft.com/office/drawing/2014/main" id="{D7FE8CA3-E820-5E23-07E2-42DD83F45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3023" y="4820259"/>
              <a:ext cx="0" cy="162276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>
              <a:extLst>
                <a:ext uri="{FF2B5EF4-FFF2-40B4-BE49-F238E27FC236}">
                  <a16:creationId xmlns:a16="http://schemas.microsoft.com/office/drawing/2014/main" id="{3107A827-DF2F-AD58-EE56-862BD8F83535}"/>
                </a:ext>
              </a:extLst>
            </p:cNvPr>
            <p:cNvCxnSpPr>
              <a:cxnSpLocks/>
            </p:cNvCxnSpPr>
            <p:nvPr/>
          </p:nvCxnSpPr>
          <p:spPr>
            <a:xfrm>
              <a:off x="4362083" y="4820259"/>
              <a:ext cx="170470" cy="0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>
              <a:extLst>
                <a:ext uri="{FF2B5EF4-FFF2-40B4-BE49-F238E27FC236}">
                  <a16:creationId xmlns:a16="http://schemas.microsoft.com/office/drawing/2014/main" id="{88083958-681F-72DD-C2B5-10D87486C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2553" y="4981267"/>
              <a:ext cx="170470" cy="1268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C7049086-091D-DB81-1F0F-BB6E0E279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6864" y="4820259"/>
              <a:ext cx="0" cy="162276"/>
            </a:xfrm>
            <a:prstGeom prst="line">
              <a:avLst/>
            </a:prstGeom>
            <a:ln w="31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E42F502C-6AA0-497F-16E9-E209A43536E1}"/>
              </a:ext>
            </a:extLst>
          </p:cNvPr>
          <p:cNvGrpSpPr/>
          <p:nvPr/>
        </p:nvGrpSpPr>
        <p:grpSpPr>
          <a:xfrm>
            <a:off x="2163174" y="4142605"/>
            <a:ext cx="2558875" cy="261611"/>
            <a:chOff x="2163174" y="4136054"/>
            <a:chExt cx="2558875" cy="261611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72E6DD96-7BA2-E474-F20C-840A2B8B4AAD}"/>
                </a:ext>
              </a:extLst>
            </p:cNvPr>
            <p:cNvSpPr txBox="1"/>
            <p:nvPr/>
          </p:nvSpPr>
          <p:spPr>
            <a:xfrm>
              <a:off x="2163174" y="4136055"/>
              <a:ext cx="512367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IF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5FBD5E2E-4252-59E7-2531-9147729869E9}"/>
                </a:ext>
              </a:extLst>
            </p:cNvPr>
            <p:cNvSpPr txBox="1"/>
            <p:nvPr/>
          </p:nvSpPr>
          <p:spPr>
            <a:xfrm>
              <a:off x="2675797" y="4136055"/>
              <a:ext cx="509399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ID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FB183055-C41E-1893-01C1-A2540FC8D011}"/>
                </a:ext>
              </a:extLst>
            </p:cNvPr>
            <p:cNvSpPr txBox="1"/>
            <p:nvPr/>
          </p:nvSpPr>
          <p:spPr>
            <a:xfrm>
              <a:off x="3185551" y="4136055"/>
              <a:ext cx="509397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EX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86799A71-C9AA-2218-33D5-B1B710E7D9ED}"/>
                </a:ext>
              </a:extLst>
            </p:cNvPr>
            <p:cNvSpPr txBox="1"/>
            <p:nvPr/>
          </p:nvSpPr>
          <p:spPr>
            <a:xfrm>
              <a:off x="4212653" y="4136054"/>
              <a:ext cx="509396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WB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EAD5B5D2-BF2E-DE54-7A11-78C88A7A5FBD}"/>
                </a:ext>
              </a:extLst>
            </p:cNvPr>
            <p:cNvSpPr txBox="1"/>
            <p:nvPr/>
          </p:nvSpPr>
          <p:spPr>
            <a:xfrm>
              <a:off x="3695472" y="4136055"/>
              <a:ext cx="517180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MEM</a:t>
              </a:r>
            </a:p>
          </p:txBody>
        </p:sp>
      </p:grpSp>
      <p:sp>
        <p:nvSpPr>
          <p:cNvPr id="310" name="TextBox 309">
            <a:extLst>
              <a:ext uri="{FF2B5EF4-FFF2-40B4-BE49-F238E27FC236}">
                <a16:creationId xmlns:a16="http://schemas.microsoft.com/office/drawing/2014/main" id="{F579B362-BF40-2B0B-48BE-785DD81BA15A}"/>
              </a:ext>
            </a:extLst>
          </p:cNvPr>
          <p:cNvSpPr txBox="1"/>
          <p:nvPr/>
        </p:nvSpPr>
        <p:spPr>
          <a:xfrm>
            <a:off x="2163174" y="4468119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o_data</a:t>
            </a:r>
            <a:endParaRPr lang="en-US" altLang="ko-KR" sz="80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1BCDF3D-C895-5214-4D0C-DAAE9A9BADF8}"/>
              </a:ext>
            </a:extLst>
          </p:cNvPr>
          <p:cNvSpPr txBox="1"/>
          <p:nvPr/>
        </p:nvSpPr>
        <p:spPr>
          <a:xfrm>
            <a:off x="2163174" y="4814367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i_data</a:t>
            </a:r>
            <a:endParaRPr lang="en-US" altLang="ko-KR" sz="80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07682E4-79B5-8D45-03A2-2B89E42272D3}"/>
              </a:ext>
            </a:extLst>
          </p:cNvPr>
          <p:cNvSpPr txBox="1"/>
          <p:nvPr/>
        </p:nvSpPr>
        <p:spPr>
          <a:xfrm>
            <a:off x="2672829" y="4814367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Deco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613FE552-1142-DD08-A9FE-B19C7998C27C}"/>
              </a:ext>
            </a:extLst>
          </p:cNvPr>
          <p:cNvSpPr txBox="1"/>
          <p:nvPr/>
        </p:nvSpPr>
        <p:spPr>
          <a:xfrm>
            <a:off x="2672829" y="5024690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Regs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44CF70D4-FDAD-47E5-67DF-09E0CB8DDC39}"/>
              </a:ext>
            </a:extLst>
          </p:cNvPr>
          <p:cNvSpPr txBox="1"/>
          <p:nvPr/>
        </p:nvSpPr>
        <p:spPr>
          <a:xfrm>
            <a:off x="3185196" y="4814367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ALU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318364A-FAF9-7F9B-B72A-1101FE7B7B80}"/>
              </a:ext>
            </a:extLst>
          </p:cNvPr>
          <p:cNvSpPr txBox="1"/>
          <p:nvPr/>
        </p:nvSpPr>
        <p:spPr>
          <a:xfrm>
            <a:off x="3697878" y="4814367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o_data</a:t>
            </a:r>
            <a:endParaRPr lang="en-US" altLang="ko-KR" sz="80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1B21EA3-011C-F307-7B4C-433432490F28}"/>
              </a:ext>
            </a:extLst>
          </p:cNvPr>
          <p:cNvSpPr txBox="1"/>
          <p:nvPr/>
        </p:nvSpPr>
        <p:spPr>
          <a:xfrm>
            <a:off x="3697878" y="5423920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i_data</a:t>
            </a:r>
            <a:endParaRPr lang="en-US" altLang="ko-KR" sz="80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C19A4718-78C0-34FB-4F88-95B0DCFC27AC}"/>
              </a:ext>
            </a:extLst>
          </p:cNvPr>
          <p:cNvSpPr txBox="1"/>
          <p:nvPr/>
        </p:nvSpPr>
        <p:spPr>
          <a:xfrm>
            <a:off x="4211167" y="4814367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i_data</a:t>
            </a:r>
            <a:endParaRPr lang="en-US" altLang="ko-KR" sz="80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389BABA-8AD9-6595-5267-4BB8996DF5ED}"/>
              </a:ext>
            </a:extLst>
          </p:cNvPr>
          <p:cNvSpPr txBox="1"/>
          <p:nvPr/>
        </p:nvSpPr>
        <p:spPr>
          <a:xfrm>
            <a:off x="4211166" y="5423920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err="1"/>
              <a:t>o_data</a:t>
            </a:r>
            <a:endParaRPr lang="en-US" altLang="ko-KR" sz="8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E87ADCA-B2E0-AEA9-C329-0B4A6820A5F5}"/>
              </a:ext>
            </a:extLst>
          </p:cNvPr>
          <p:cNvSpPr txBox="1"/>
          <p:nvPr/>
        </p:nvSpPr>
        <p:spPr>
          <a:xfrm>
            <a:off x="4211167" y="5024690"/>
            <a:ext cx="512367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Regs</a:t>
            </a:r>
          </a:p>
        </p:txBody>
      </p:sp>
    </p:spTree>
    <p:extLst>
      <p:ext uri="{BB962C8B-B14F-4D97-AF65-F5344CB8AC3E}">
        <p14:creationId xmlns:p14="http://schemas.microsoft.com/office/powerpoint/2010/main" val="412946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94A0-9BBE-4C52-0111-CAEABA46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4C69CC-A939-5506-E6B6-37F8421A6E97}"/>
              </a:ext>
            </a:extLst>
          </p:cNvPr>
          <p:cNvSpPr txBox="1"/>
          <p:nvPr/>
        </p:nvSpPr>
        <p:spPr>
          <a:xfrm>
            <a:off x="341745" y="249198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1. Pipeline </a:t>
            </a:r>
            <a:r>
              <a:rPr lang="ko-KR" altLang="en-US" sz="2000">
                <a:latin typeface="+mj-ea"/>
                <a:ea typeface="+mj-ea"/>
              </a:rPr>
              <a:t>설계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52A93A-B06C-FC0B-B876-3472F5434253}"/>
              </a:ext>
            </a:extLst>
          </p:cNvPr>
          <p:cNvGrpSpPr/>
          <p:nvPr/>
        </p:nvGrpSpPr>
        <p:grpSpPr>
          <a:xfrm>
            <a:off x="2971364" y="1848361"/>
            <a:ext cx="6249272" cy="3161278"/>
            <a:chOff x="2971364" y="1971471"/>
            <a:chExt cx="6249272" cy="316127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40E2543-A3EE-D7BA-2E90-E9D472814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364" y="1971471"/>
              <a:ext cx="6249272" cy="291505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22B492-7E07-4BA9-B6CF-4D05AE7C477F}"/>
                </a:ext>
              </a:extLst>
            </p:cNvPr>
            <p:cNvSpPr txBox="1"/>
            <p:nvPr/>
          </p:nvSpPr>
          <p:spPr>
            <a:xfrm>
              <a:off x="4467512" y="4886528"/>
              <a:ext cx="3256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>
                  <a:latin typeface="+mj-ea"/>
                  <a:ea typeface="+mj-ea"/>
                </a:rPr>
                <a:t>그림 </a:t>
              </a:r>
              <a:r>
                <a:rPr lang="en-US" altLang="ko-KR" sz="1000">
                  <a:latin typeface="+mj-ea"/>
                  <a:ea typeface="+mj-ea"/>
                </a:rPr>
                <a:t>1.1 Hazard </a:t>
              </a:r>
              <a:r>
                <a:rPr lang="ko-KR" altLang="en-US" sz="1000">
                  <a:latin typeface="+mj-ea"/>
                  <a:ea typeface="+mj-ea"/>
                </a:rPr>
                <a:t>설명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41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4460-B981-09E8-403F-5EA0E5BB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140D0E-A946-01CC-88DC-770F84E0BB96}"/>
              </a:ext>
            </a:extLst>
          </p:cNvPr>
          <p:cNvSpPr txBox="1"/>
          <p:nvPr/>
        </p:nvSpPr>
        <p:spPr>
          <a:xfrm>
            <a:off x="341745" y="249198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1. Pipeline </a:t>
            </a:r>
            <a:r>
              <a:rPr lang="ko-KR" altLang="en-US" sz="2000">
                <a:latin typeface="+mj-ea"/>
                <a:ea typeface="+mj-ea"/>
              </a:rPr>
              <a:t>설계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1C598E-5ACC-1241-D17B-0F6086C1B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90" y="758757"/>
            <a:ext cx="7922820" cy="534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5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9501-DEB9-3712-B214-D2A24193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840EB-1D3B-C309-9134-D3DE7741779A}"/>
              </a:ext>
            </a:extLst>
          </p:cNvPr>
          <p:cNvSpPr txBox="1"/>
          <p:nvPr/>
        </p:nvSpPr>
        <p:spPr>
          <a:xfrm>
            <a:off x="341745" y="249198"/>
            <a:ext cx="565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1. Pipeline </a:t>
            </a:r>
            <a:r>
              <a:rPr lang="ko-KR" altLang="en-US" sz="2000">
                <a:latin typeface="+mj-ea"/>
                <a:ea typeface="+mj-ea"/>
              </a:rPr>
              <a:t>설계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525BF5-A585-EA78-97B4-F4D3C190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684" y="665540"/>
            <a:ext cx="8207432" cy="55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03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24A951-BF9A-41F4-701E-E152C414555D}"/>
              </a:ext>
            </a:extLst>
          </p:cNvPr>
          <p:cNvGrpSpPr/>
          <p:nvPr/>
        </p:nvGrpSpPr>
        <p:grpSpPr>
          <a:xfrm>
            <a:off x="2032161" y="352425"/>
            <a:ext cx="2805585" cy="1938337"/>
            <a:chOff x="3670461" y="1533525"/>
            <a:chExt cx="2805585" cy="1938337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17ABB86A-C4C0-5D82-180F-25CABDD9A9F5}"/>
                </a:ext>
              </a:extLst>
            </p:cNvPr>
            <p:cNvGrpSpPr/>
            <p:nvPr/>
          </p:nvGrpSpPr>
          <p:grpSpPr>
            <a:xfrm>
              <a:off x="4633913" y="1533525"/>
              <a:ext cx="1147761" cy="1938337"/>
              <a:chOff x="4633913" y="1533525"/>
              <a:chExt cx="1147761" cy="1938337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F9F03A62-A02F-6999-3D87-CB8C54063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913" y="1533525"/>
                <a:ext cx="0" cy="80486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2D618502-B97B-18A9-3C01-C2AA12FCD6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913" y="2667000"/>
                <a:ext cx="0" cy="80486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072F1CCA-E18B-C620-EB00-B3D59C326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913" y="2338387"/>
                <a:ext cx="158343" cy="1643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3DF9AA0B-F08B-3DEB-F550-ECB5E30589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33913" y="2502694"/>
                <a:ext cx="158343" cy="1643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20D54A27-FAC7-C26F-C6EE-29E2BCE3D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913" y="1533525"/>
                <a:ext cx="1147761" cy="44767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908F882D-CF31-3A11-8FCD-5FFBFC6A5C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33913" y="2995613"/>
                <a:ext cx="1147761" cy="47624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F4155E8-D5A5-9334-5517-A18AEF7F5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1674" y="1981200"/>
                <a:ext cx="0" cy="101441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EFD3819-F7F0-1202-6C36-CDBA3322D241}"/>
                </a:ext>
              </a:extLst>
            </p:cNvPr>
            <p:cNvSpPr txBox="1"/>
            <p:nvPr/>
          </p:nvSpPr>
          <p:spPr>
            <a:xfrm>
              <a:off x="4792256" y="2303740"/>
              <a:ext cx="927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/>
                <a:t>Adder</a:t>
              </a:r>
              <a:endParaRPr lang="ko-KR" altLang="en-US" b="1"/>
            </a:p>
          </p:txBody>
        </p: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D751C639-FD86-DC17-E91F-F79A0A6ADE5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540" y="1935956"/>
              <a:ext cx="694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1423684C-C704-3B79-EAF5-BDE026CE3A5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540" y="3069431"/>
              <a:ext cx="694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EB6EB424-BB17-6943-AC9B-B67418C01501}"/>
                </a:ext>
              </a:extLst>
            </p:cNvPr>
            <p:cNvCxnSpPr>
              <a:cxnSpLocks/>
            </p:cNvCxnSpPr>
            <p:nvPr/>
          </p:nvCxnSpPr>
          <p:spPr>
            <a:xfrm>
              <a:off x="5781674" y="2502694"/>
              <a:ext cx="6943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45F59C-2238-101A-67C5-82BD33EE0382}"/>
                </a:ext>
              </a:extLst>
            </p:cNvPr>
            <p:cNvSpPr txBox="1"/>
            <p:nvPr/>
          </p:nvSpPr>
          <p:spPr>
            <a:xfrm>
              <a:off x="3670461" y="1615440"/>
              <a:ext cx="538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i_i0</a:t>
              </a:r>
              <a:endParaRPr lang="ko-KR" altLang="en-US" sz="12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5D1CF7A-5B51-47A5-48A8-394A1E218074}"/>
                </a:ext>
              </a:extLst>
            </p:cNvPr>
            <p:cNvSpPr txBox="1"/>
            <p:nvPr/>
          </p:nvSpPr>
          <p:spPr>
            <a:xfrm>
              <a:off x="3670461" y="2718614"/>
              <a:ext cx="538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i_i1</a:t>
              </a:r>
              <a:endParaRPr lang="ko-KR" altLang="en-US" sz="12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6032A88-7F4C-BFCB-A04E-DE039C36CFDB}"/>
                </a:ext>
              </a:extLst>
            </p:cNvPr>
            <p:cNvSpPr txBox="1"/>
            <p:nvPr/>
          </p:nvSpPr>
          <p:spPr>
            <a:xfrm>
              <a:off x="5829421" y="2165240"/>
              <a:ext cx="538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o_o</a:t>
              </a:r>
              <a:endParaRPr lang="ko-KR" altLang="en-US" sz="120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08A68CC-9D93-2E6F-4FA6-0B5072A65062}"/>
              </a:ext>
            </a:extLst>
          </p:cNvPr>
          <p:cNvGrpSpPr/>
          <p:nvPr/>
        </p:nvGrpSpPr>
        <p:grpSpPr>
          <a:xfrm>
            <a:off x="2032161" y="2912745"/>
            <a:ext cx="2853328" cy="2306955"/>
            <a:chOff x="2032161" y="2912745"/>
            <a:chExt cx="2853328" cy="2306955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5DD36CEB-8DB7-2730-2AFD-5836DF2CA63E}"/>
                </a:ext>
              </a:extLst>
            </p:cNvPr>
            <p:cNvGrpSpPr/>
            <p:nvPr/>
          </p:nvGrpSpPr>
          <p:grpSpPr>
            <a:xfrm>
              <a:off x="2032161" y="2912745"/>
              <a:ext cx="2853328" cy="2093505"/>
              <a:chOff x="3670461" y="1533525"/>
              <a:chExt cx="2853328" cy="2093505"/>
            </a:xfrm>
          </p:grpSpPr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CFAC81A3-F57A-3FDB-8485-807D41CFB1B5}"/>
                  </a:ext>
                </a:extLst>
              </p:cNvPr>
              <p:cNvGrpSpPr/>
              <p:nvPr/>
            </p:nvGrpSpPr>
            <p:grpSpPr>
              <a:xfrm>
                <a:off x="4633913" y="1533525"/>
                <a:ext cx="1147761" cy="1938337"/>
                <a:chOff x="4633913" y="1533525"/>
                <a:chExt cx="1147761" cy="1938337"/>
              </a:xfrm>
            </p:grpSpPr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410B95F3-441A-1135-07B9-0ADC197731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3913" y="1533525"/>
                  <a:ext cx="0" cy="80486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직선 연결선 88">
                  <a:extLst>
                    <a:ext uri="{FF2B5EF4-FFF2-40B4-BE49-F238E27FC236}">
                      <a16:creationId xmlns:a16="http://schemas.microsoft.com/office/drawing/2014/main" id="{6A3A4024-A279-2BDB-E9C6-7FA74E567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3913" y="2667000"/>
                  <a:ext cx="0" cy="80486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B71C1663-7353-4472-B078-E7A554B93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3913" y="2338387"/>
                  <a:ext cx="158343" cy="1643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직선 연결선 90">
                  <a:extLst>
                    <a:ext uri="{FF2B5EF4-FFF2-40B4-BE49-F238E27FC236}">
                      <a16:creationId xmlns:a16="http://schemas.microsoft.com/office/drawing/2014/main" id="{02276713-25E2-9A58-3F3F-06E0B99060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3913" y="2502694"/>
                  <a:ext cx="158343" cy="16430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AAF327B1-F8EF-17F4-16F0-9122C638D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3913" y="1533525"/>
                  <a:ext cx="1147761" cy="44767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816F98C0-C9CB-330D-E624-18BF5D90ED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3913" y="2995613"/>
                  <a:ext cx="1147761" cy="47624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직선 연결선 93">
                  <a:extLst>
                    <a:ext uri="{FF2B5EF4-FFF2-40B4-BE49-F238E27FC236}">
                      <a16:creationId xmlns:a16="http://schemas.microsoft.com/office/drawing/2014/main" id="{E29C9405-B495-4D17-ADD6-7E7234F15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81674" y="1981200"/>
                  <a:ext cx="0" cy="101441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B33DA8E-EECA-E070-F505-74F98B73E532}"/>
                  </a:ext>
                </a:extLst>
              </p:cNvPr>
              <p:cNvSpPr txBox="1"/>
              <p:nvPr/>
            </p:nvSpPr>
            <p:spPr>
              <a:xfrm>
                <a:off x="4792256" y="2303740"/>
                <a:ext cx="9277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/>
                  <a:t>ALU</a:t>
                </a:r>
                <a:endParaRPr lang="ko-KR" altLang="en-US" b="1"/>
              </a:p>
            </p:txBody>
          </p:sp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6D8E5DBC-1B07-8F24-EC3F-B690FB9E59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540" y="1935956"/>
                <a:ext cx="694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직선 화살표 연결선 82">
                <a:extLst>
                  <a:ext uri="{FF2B5EF4-FFF2-40B4-BE49-F238E27FC236}">
                    <a16:creationId xmlns:a16="http://schemas.microsoft.com/office/drawing/2014/main" id="{E927408C-03BA-D356-90BC-496AB5459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540" y="3069431"/>
                <a:ext cx="694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직선 화살표 연결선 83">
                <a:extLst>
                  <a:ext uri="{FF2B5EF4-FFF2-40B4-BE49-F238E27FC236}">
                    <a16:creationId xmlns:a16="http://schemas.microsoft.com/office/drawing/2014/main" id="{F40300D2-1DA4-ED82-5873-C6EEFF30DD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1674" y="2502694"/>
                <a:ext cx="694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1DA96CC-8136-949B-3C68-2CEC0B0687FB}"/>
                  </a:ext>
                </a:extLst>
              </p:cNvPr>
              <p:cNvSpPr txBox="1"/>
              <p:nvPr/>
            </p:nvSpPr>
            <p:spPr>
              <a:xfrm>
                <a:off x="3670461" y="1615440"/>
                <a:ext cx="5381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i_in0</a:t>
                </a:r>
                <a:endParaRPr lang="ko-KR" altLang="en-US" sz="12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552D4C9-148E-D21E-FFEE-6A55DFE74A46}"/>
                  </a:ext>
                </a:extLst>
              </p:cNvPr>
              <p:cNvSpPr txBox="1"/>
              <p:nvPr/>
            </p:nvSpPr>
            <p:spPr>
              <a:xfrm>
                <a:off x="3670461" y="2718614"/>
                <a:ext cx="5381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i_in1</a:t>
                </a:r>
                <a:endParaRPr lang="ko-KR" altLang="en-US" sz="120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0DED68F-223B-E8DF-0CB3-37F40C36DBDF}"/>
                  </a:ext>
                </a:extLst>
              </p:cNvPr>
              <p:cNvSpPr txBox="1"/>
              <p:nvPr/>
            </p:nvSpPr>
            <p:spPr>
              <a:xfrm>
                <a:off x="5829420" y="2226240"/>
                <a:ext cx="6943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o_out</a:t>
                </a:r>
                <a:endParaRPr lang="ko-KR" altLang="en-US" sz="1200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5030A70-3647-0212-F9A1-A61460C37EB6}"/>
                  </a:ext>
                </a:extLst>
              </p:cNvPr>
              <p:cNvSpPr txBox="1"/>
              <p:nvPr/>
            </p:nvSpPr>
            <p:spPr>
              <a:xfrm>
                <a:off x="5269865" y="3350031"/>
                <a:ext cx="6943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i_aluop</a:t>
                </a:r>
                <a:endParaRPr lang="ko-KR" altLang="en-US" sz="1200"/>
              </a:p>
            </p:txBody>
          </p: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7BF76B3B-2D35-212A-A984-7E72E4F29B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1674" y="2093119"/>
                <a:ext cx="694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4CFF25E-6F4C-B23E-CAC4-AAFE9609F505}"/>
                  </a:ext>
                </a:extLst>
              </p:cNvPr>
              <p:cNvSpPr txBox="1"/>
              <p:nvPr/>
            </p:nvSpPr>
            <p:spPr>
              <a:xfrm>
                <a:off x="5829420" y="1816120"/>
                <a:ext cx="6943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o_zero</a:t>
                </a:r>
                <a:endParaRPr lang="ko-KR" altLang="en-US" sz="1200"/>
              </a:p>
            </p:txBody>
          </p:sp>
        </p:grp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366B3B3C-B962-1A7D-BEE6-22C16D456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1565" y="4596130"/>
              <a:ext cx="0" cy="623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FC5B017-E6F2-3670-ADB1-FC5DC414827D}"/>
              </a:ext>
            </a:extLst>
          </p:cNvPr>
          <p:cNvGrpSpPr/>
          <p:nvPr/>
        </p:nvGrpSpPr>
        <p:grpSpPr>
          <a:xfrm>
            <a:off x="5736156" y="526812"/>
            <a:ext cx="3030740" cy="2252087"/>
            <a:chOff x="5736156" y="526812"/>
            <a:chExt cx="3030740" cy="2252087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9EEB1D1A-FB73-158B-1420-709CE8DED42F}"/>
                </a:ext>
              </a:extLst>
            </p:cNvPr>
            <p:cNvGrpSpPr/>
            <p:nvPr/>
          </p:nvGrpSpPr>
          <p:grpSpPr>
            <a:xfrm>
              <a:off x="5827164" y="526812"/>
              <a:ext cx="2900044" cy="1753870"/>
              <a:chOff x="5576252" y="1606550"/>
              <a:chExt cx="2900044" cy="175387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4F3CDC03-A1B9-2C80-3280-F22B08D1C889}"/>
                  </a:ext>
                </a:extLst>
              </p:cNvPr>
              <p:cNvSpPr/>
              <p:nvPr/>
            </p:nvSpPr>
            <p:spPr>
              <a:xfrm>
                <a:off x="6350000" y="1606550"/>
                <a:ext cx="1352548" cy="17538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>
                    <a:solidFill>
                      <a:schemeClr val="tx1"/>
                    </a:solidFill>
                  </a:rPr>
                  <a:t>ALU</a:t>
                </a:r>
              </a:p>
              <a:p>
                <a:pPr algn="ctr"/>
                <a:r>
                  <a:rPr lang="en-US" altLang="ko-KR" b="1">
                    <a:solidFill>
                      <a:schemeClr val="tx1"/>
                    </a:solidFill>
                  </a:rPr>
                  <a:t>Control</a:t>
                </a:r>
              </a:p>
              <a:p>
                <a:pPr algn="ctr"/>
                <a:r>
                  <a:rPr lang="en-US" altLang="ko-KR" b="1">
                    <a:solidFill>
                      <a:schemeClr val="tx1"/>
                    </a:solidFill>
                  </a:rPr>
                  <a:t>Unit</a:t>
                </a:r>
                <a:endParaRPr lang="ko-KR" altLang="en-US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151A52A-EB2D-188F-B3DE-299759D0702B}"/>
                  </a:ext>
                </a:extLst>
              </p:cNvPr>
              <p:cNvCxnSpPr>
                <a:cxnSpLocks/>
                <a:stCxn id="102" idx="3"/>
              </p:cNvCxnSpPr>
              <p:nvPr/>
            </p:nvCxnSpPr>
            <p:spPr>
              <a:xfrm>
                <a:off x="7702548" y="2483485"/>
                <a:ext cx="7737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화살표 연결선 105">
                <a:extLst>
                  <a:ext uri="{FF2B5EF4-FFF2-40B4-BE49-F238E27FC236}">
                    <a16:creationId xmlns:a16="http://schemas.microsoft.com/office/drawing/2014/main" id="{E5BC7B25-617F-639E-3D72-3D29A2CD6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6252" y="2483485"/>
                <a:ext cx="7737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연결선: 꺾임 109">
              <a:extLst>
                <a:ext uri="{FF2B5EF4-FFF2-40B4-BE49-F238E27FC236}">
                  <a16:creationId xmlns:a16="http://schemas.microsoft.com/office/drawing/2014/main" id="{4A3E8F41-BFA3-1B1C-E5AF-21FDC3B2D898}"/>
                </a:ext>
              </a:extLst>
            </p:cNvPr>
            <p:cNvCxnSpPr>
              <a:cxnSpLocks/>
              <a:endCxn id="102" idx="2"/>
            </p:cNvCxnSpPr>
            <p:nvPr/>
          </p:nvCxnSpPr>
          <p:spPr>
            <a:xfrm flipV="1">
              <a:off x="6197600" y="2280682"/>
              <a:ext cx="1079586" cy="22121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C4F8148-C111-8A3A-8CE1-E76C5C40CF07}"/>
                </a:ext>
              </a:extLst>
            </p:cNvPr>
            <p:cNvSpPr txBox="1"/>
            <p:nvPr/>
          </p:nvSpPr>
          <p:spPr>
            <a:xfrm>
              <a:off x="5736156" y="1101745"/>
              <a:ext cx="6943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i_aluop</a:t>
              </a:r>
              <a:endParaRPr lang="ko-KR" altLang="en-US" sz="120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006C86D-192E-D5C8-4240-E07199CAF800}"/>
                </a:ext>
              </a:extLst>
            </p:cNvPr>
            <p:cNvSpPr txBox="1"/>
            <p:nvPr/>
          </p:nvSpPr>
          <p:spPr>
            <a:xfrm>
              <a:off x="6396166" y="2501900"/>
              <a:ext cx="6943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i_funct</a:t>
              </a:r>
              <a:endParaRPr lang="ko-KR" altLang="en-US" sz="120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06DD292-832E-D4D5-29BD-3F3E753DE85B}"/>
                </a:ext>
              </a:extLst>
            </p:cNvPr>
            <p:cNvSpPr txBox="1"/>
            <p:nvPr/>
          </p:nvSpPr>
          <p:spPr>
            <a:xfrm>
              <a:off x="7993148" y="1101745"/>
              <a:ext cx="773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err="1"/>
                <a:t>o_aluop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54968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42A1-4D36-E258-05B5-3E4FF511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52DF963-8452-36CC-D96A-BA1CB9BC98A7}"/>
              </a:ext>
            </a:extLst>
          </p:cNvPr>
          <p:cNvGrpSpPr/>
          <p:nvPr/>
        </p:nvGrpSpPr>
        <p:grpSpPr>
          <a:xfrm>
            <a:off x="384890" y="508884"/>
            <a:ext cx="3841756" cy="2134728"/>
            <a:chOff x="384890" y="508884"/>
            <a:chExt cx="3841756" cy="213472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85E1E96-BC76-64F2-4E60-7C0E5B72BA67}"/>
                </a:ext>
              </a:extLst>
            </p:cNvPr>
            <p:cNvGrpSpPr/>
            <p:nvPr/>
          </p:nvGrpSpPr>
          <p:grpSpPr>
            <a:xfrm>
              <a:off x="384890" y="508884"/>
              <a:ext cx="3841756" cy="2074051"/>
              <a:chOff x="5503940" y="526811"/>
              <a:chExt cx="3841756" cy="2074051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1E1B3601-3537-FE98-EE41-A65FE2546EF3}"/>
                  </a:ext>
                </a:extLst>
              </p:cNvPr>
              <p:cNvGrpSpPr/>
              <p:nvPr/>
            </p:nvGrpSpPr>
            <p:grpSpPr>
              <a:xfrm>
                <a:off x="5827164" y="526812"/>
                <a:ext cx="3067181" cy="1473824"/>
                <a:chOff x="5576252" y="1606550"/>
                <a:chExt cx="3067181" cy="1473824"/>
              </a:xfrm>
            </p:grpSpPr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FBA88BF7-DA6D-2331-3DEE-1FEA5A3D4BCF}"/>
                    </a:ext>
                  </a:extLst>
                </p:cNvPr>
                <p:cNvSpPr/>
                <p:nvPr/>
              </p:nvSpPr>
              <p:spPr>
                <a:xfrm>
                  <a:off x="6350000" y="1606550"/>
                  <a:ext cx="1352548" cy="147382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>
                      <a:solidFill>
                        <a:schemeClr val="tx1"/>
                      </a:solidFill>
                    </a:rPr>
                    <a:t>IF-ID</a:t>
                  </a:r>
                </a:p>
                <a:p>
                  <a:pPr algn="ctr"/>
                  <a:r>
                    <a:rPr lang="en-US" altLang="ko-KR" b="1">
                      <a:solidFill>
                        <a:schemeClr val="tx1"/>
                      </a:solidFill>
                    </a:rPr>
                    <a:t>Bridge</a:t>
                  </a:r>
                  <a:endParaRPr lang="ko-KR" altLang="en-US" b="1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직선 화살표 연결선 8">
                  <a:extLst>
                    <a:ext uri="{FF2B5EF4-FFF2-40B4-BE49-F238E27FC236}">
                      <a16:creationId xmlns:a16="http://schemas.microsoft.com/office/drawing/2014/main" id="{BD80A892-4CD2-D061-7E57-3864A40A7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02548" y="2560400"/>
                  <a:ext cx="940885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화살표 연결선 9">
                  <a:extLst>
                    <a:ext uri="{FF2B5EF4-FFF2-40B4-BE49-F238E27FC236}">
                      <a16:creationId xmlns:a16="http://schemas.microsoft.com/office/drawing/2014/main" id="{2D81DCFB-53F8-88FF-474E-A7F2138D58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252" y="1908551"/>
                  <a:ext cx="77374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직선 화살표 연결선 12">
                  <a:extLst>
                    <a:ext uri="{FF2B5EF4-FFF2-40B4-BE49-F238E27FC236}">
                      <a16:creationId xmlns:a16="http://schemas.microsoft.com/office/drawing/2014/main" id="{AA1E185E-48C2-91DE-91A0-1E4A06C24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252" y="2234475"/>
                  <a:ext cx="77374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AD064228-24B5-F043-C56A-761E59461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252" y="2560400"/>
                  <a:ext cx="77374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341769B2-3F50-FB3B-7D98-BAC862D90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252" y="2886324"/>
                  <a:ext cx="773748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화살표 연결선 26">
                  <a:extLst>
                    <a:ext uri="{FF2B5EF4-FFF2-40B4-BE49-F238E27FC236}">
                      <a16:creationId xmlns:a16="http://schemas.microsoft.com/office/drawing/2014/main" id="{FB65A209-9413-9C84-7276-5F1BA65C7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02548" y="2872186"/>
                  <a:ext cx="940885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CFD1A8-E3B9-E45C-22FA-304D2C0E0537}"/>
                  </a:ext>
                </a:extLst>
              </p:cNvPr>
              <p:cNvSpPr txBox="1"/>
              <p:nvPr/>
            </p:nvSpPr>
            <p:spPr>
              <a:xfrm>
                <a:off x="5519666" y="526811"/>
                <a:ext cx="6943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clk</a:t>
                </a:r>
                <a:endParaRPr lang="ko-KR" altLang="en-US" sz="12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075DD-27A4-3933-8778-B3BE8651B394}"/>
                  </a:ext>
                </a:extLst>
              </p:cNvPr>
              <p:cNvSpPr txBox="1"/>
              <p:nvPr/>
            </p:nvSpPr>
            <p:spPr>
              <a:xfrm>
                <a:off x="7993148" y="1178659"/>
                <a:ext cx="13525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o_i_mem_data</a:t>
                </a:r>
                <a:endParaRPr lang="ko-KR" altLang="en-US" sz="120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298B28-9F02-8963-0A00-14E836B17D00}"/>
                  </a:ext>
                </a:extLst>
              </p:cNvPr>
              <p:cNvSpPr txBox="1"/>
              <p:nvPr/>
            </p:nvSpPr>
            <p:spPr>
              <a:xfrm>
                <a:off x="5519666" y="852735"/>
                <a:ext cx="6943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rst_n</a:t>
                </a:r>
                <a:endParaRPr lang="ko-KR" altLang="en-US" sz="12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0C7061-7601-1F02-204E-83108D5686EA}"/>
                  </a:ext>
                </a:extLst>
              </p:cNvPr>
              <p:cNvSpPr txBox="1"/>
              <p:nvPr/>
            </p:nvSpPr>
            <p:spPr>
              <a:xfrm>
                <a:off x="5503940" y="1178660"/>
                <a:ext cx="11821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i_i_mem_data</a:t>
                </a:r>
                <a:endParaRPr lang="ko-KR" altLang="en-US" sz="12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4AAF98-33DB-CA82-4008-8CAAFFC20617}"/>
                  </a:ext>
                </a:extLst>
              </p:cNvPr>
              <p:cNvSpPr txBox="1"/>
              <p:nvPr/>
            </p:nvSpPr>
            <p:spPr>
              <a:xfrm>
                <a:off x="5503940" y="1504584"/>
                <a:ext cx="931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i_pc_addr</a:t>
                </a:r>
                <a:endParaRPr lang="ko-KR" altLang="en-US" sz="12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CF8EB0-D4F6-86D0-9E21-9EA44BA33DCC}"/>
                  </a:ext>
                </a:extLst>
              </p:cNvPr>
              <p:cNvSpPr txBox="1"/>
              <p:nvPr/>
            </p:nvSpPr>
            <p:spPr>
              <a:xfrm>
                <a:off x="7993147" y="1504583"/>
                <a:ext cx="12090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o_pc_addr</a:t>
                </a:r>
                <a:endParaRPr lang="ko-KR" altLang="en-US" sz="120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C49CC2-433D-9F5B-5C62-50ED9DD469B8}"/>
                  </a:ext>
                </a:extLst>
              </p:cNvPr>
              <p:cNvSpPr txBox="1"/>
              <p:nvPr/>
            </p:nvSpPr>
            <p:spPr>
              <a:xfrm>
                <a:off x="5503940" y="1969007"/>
                <a:ext cx="931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i</a:t>
                </a:r>
                <a:r>
                  <a:rPr lang="en-US" altLang="ko-KR" sz="1200"/>
                  <a:t>_flush</a:t>
                </a:r>
                <a:endParaRPr lang="ko-KR" altLang="en-US" sz="120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52BE46-A022-88AA-1D32-49D22B88E6AB}"/>
                  </a:ext>
                </a:extLst>
              </p:cNvPr>
              <p:cNvSpPr txBox="1"/>
              <p:nvPr/>
            </p:nvSpPr>
            <p:spPr>
              <a:xfrm>
                <a:off x="5503940" y="2323863"/>
                <a:ext cx="931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err="1"/>
                  <a:t>i</a:t>
                </a:r>
                <a:r>
                  <a:rPr lang="en-US" altLang="ko-KR" sz="1200"/>
                  <a:t>_stall</a:t>
                </a:r>
                <a:endParaRPr lang="ko-KR" altLang="en-US" sz="1200"/>
              </a:p>
            </p:txBody>
          </p:sp>
        </p:grp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B21AE390-7480-692D-1DCC-FD067341D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70" y="1982709"/>
              <a:ext cx="1231123" cy="307818"/>
            </a:xfrm>
            <a:prstGeom prst="bentConnector3">
              <a:avLst>
                <a:gd name="adj1" fmla="val 10000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92B4B2BA-D11F-C26B-F231-8296E3E7A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438" y="1982709"/>
              <a:ext cx="1615777" cy="660903"/>
            </a:xfrm>
            <a:prstGeom prst="bentConnector3">
              <a:avLst>
                <a:gd name="adj1" fmla="val 9986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73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180</Words>
  <Application>Microsoft Office PowerPoint</Application>
  <PresentationFormat>와이드스크린</PresentationFormat>
  <Paragraphs>72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SoC 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강종현</dc:creator>
  <cp:lastModifiedBy>강종현</cp:lastModifiedBy>
  <cp:revision>10</cp:revision>
  <dcterms:created xsi:type="dcterms:W3CDTF">2026-04-11T06:27:24Z</dcterms:created>
  <dcterms:modified xsi:type="dcterms:W3CDTF">2026-05-23T11:08:16Z</dcterms:modified>
</cp:coreProperties>
</file>